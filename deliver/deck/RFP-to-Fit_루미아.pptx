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안녕하세요, 팀 루미아 김태걸입니다. 저희는 심사 결과를 맞히는 AI를 만들지 않았습니다. 공고가 요구하는데 내 초안에 근거가 없는 곳을, 제출 전에 원문으로 짚어 주는 에이전트를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제안서를 내 보신 분은 아실 겁니다. 떨어진 이유는 늘 심사평을 받고 나서야 압니다. 공고 한 건에 지킬 것이 58개, 37쪽에 흩어져 있고, 심사위원은 저마다 다른 것을 봅니다. 어제 멘토링에서 들은 말처럼, 심사위원은 항목 합산보다 몇 가지 결정 포인트로 등수를 먼저 정합니다. 그런데 제출 전에 그 눈으로 읽어 줄 사람은 없습니다. 저희도 올해 공고 400여 건을 읽고 지원하면서 매번 여기서 막혔습니다.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어려운 점은 세 가지였습니다. 요건이 흩어져 있고, 심사위원마다 보는 게 다르고, AI가 검사한 걸 믿을 수 있느냐. 그래서 링크만 넣으면 공고문을 찾아 요건과 심사표를 쪽 번호와 함께 뽑고, 실제 심사 경험에서 나온 관점 여섯 개로 나눠 근거를 찾게 하고, 칭찬에도 원문 인용을 요구해 코드가 대조합니다. 오른쪽 숫자는 오늘 밤 직접 잰 값입니다.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[35초] 연구자가 할 일은 두 번의 붙여넣기입니다. 공고 링크를 넣으면 공지에 붙은 첨부 중 공고문을 알아서 골라 읽고, 내 초안을 올리면 개인정보를 가린 뒤 여섯 명에게 보냅니다. 약 45초 뒤 모든 관점이 근거를 못 찾은 곳, 의견이 갈린 곳, 관점마다 가장 걸리는 점이 나옵니다. 보완은 문장을 써 주지 않고, 어떤 근거를 어느 절에 넣을지만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역할을 나눴습니다. 사람은 세 가지만 판단합니다. 어떤 공고에 낼지, 의견이 갈린 곳을 고칠지, 그리고 문장을 직접 씁니다. AI는 생성만 합니다. 공고 파싱과 점검 질문은 주 엔진이, 관점별 근거 찾기는 세 회사 모델에 나눈 여섯 관점이 합니다. 규칙은 코드로 검사합니다. 인용이 초안에 글자 그대로 있는지, 몇 관점이 근거를 못 찾았는지로 합의와 논쟁을 나누고, 개인정보는 보내기 전에 가립니다.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저희 구조의 핵심은 LLM을 판사로 쓰지 않는다는 겁니다. LLM은 증인처럼 증거, 즉 원문 인용만 냅니다. 채택할지, 몇 관점이 동의했는지, 판정을 보류할지는 결정론 코드가 정합니다. 흐름은 LangGraph 상태 그래프 한 장입니다. 점검 질문, 선행 탐색, 여섯 명 병렬 채점까지 가고, 인용 검사에서 원문에 없는 판정이 있으면 그 평가위원에게만 한 번 되돌아가 다시 묻습니다. 없으면 바로 집계로 갑니다. 한 회사 모델이 한도에 걸리거나 멈추면 다음 모델로 자동으로 넘어가고, 실제로 판정한 모델은 기록에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심사위원의 판단엔 정답이 없습니다. 그래서 저희는 심사 결과를 맞힌다고 주장하지 않습니다. 대신 신뢰를 네 가지로 정의했습니다. 모든 지적은 공고 원문과 초안 원문 두 끝에 묶여 바로 확인할 수 있고, 원문에 없는 인용은 코드가 걸러내고, 관점이 갈리면 판정하지 않고 사람에게 넘기고, 잴 수 있는 것만 숫자로 말합니다. 그리고 확인은 여러분이 직접 하실 수 있습니다. 지적마다 원문 보기를 누르면 공고 쪽과 초안 위치가 강조되고, 맞음·틀림을 누르면 사람이 확인한 정밀도가 쌓입니다.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검사 도구 두 개를 MCP 서버로 감쌌습니다. 선행연구 검색과 인용 검사입니다. 실제로 다른 AI 비서인 Codex에 이 서버를 붙여 호출해 봤고, 원문에 있는 인용은 참, 없는 인용은 거짓이 나왔습니다. OpenAlex를 쓴 이유는 무료이고 키가 필요 없어서인데, 오늘 밤 실측 중에 OpenAlex가 장애를 냈고 도구 뒤에서 Crossref로 바뀌었습니다. MCP로 감싼 이유가 바로 이겁니다. 국내 DB도 같은 자리에 꽂으면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잴 수 있는 것만 숫자로 말씀드립니다. 예시 공고에만 맞춘 게 아닌지 보려고, 개발에 안 쓴 과기정통부 공고 두 건을 링크로 가져와 정답표를 먼저 고정하고 쟀습니다. 94%와 77%, 심사표 배점은 다섯 건 모두 맞혔습니다. 그리고 관점을 여러 개로 나눌 필요가 있는지 제거 실험을 했습니다. 관점 하나는 안 지운 곳을 3곳 잘못 짚었고, 여섯으로 나누자 0이었습니다. 회사 모델을 섞는 효과는 확인되지 않았다고 그대로 말씀드립니다.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예선 때 약속한 것을 그대로 대조했습니다. 링크 입력, 구조화, 독립 채점, 보완 지정은 했습니다. 특허·과제 탐색은 논문만 했고, RAG는 원문 인용 대조로 바꿨고, 재현율 90%는 공고에 따라 못 미친 곳이 있습니다. 못 한 것도 지우지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이 대회 본선 심사표로 저희 예선 기획서를 먼저 검사했습니다. 결과를 예측한 게 아니라, 세 관점에서 걸리는 점을 받았습니다. 목표치만 있고 실측이 없다, 구매 주체가 약하다, 검증 계획이 빠듯하다. 그래서 오늘 실측치와 첫 실증 대상과 검증 가능한 과정을 가져왔습니다.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[15초] 같은 엔진이 세 시점으로 이어집니다. 지금은 연구자의 제출 전 셀프 점검이고, 첫 실증 목표는 전문기관의 접수 후 요건 사전검토, 그다음은 심사 중 평가위원에게 근거 위치를 띄워 주는 보조입니다. 실제 심사 의견 데이터는 평가기관에 있으니, 연계하면 가상 평가위원을 실제 유형으로 보정할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공고 링크 하나, 초안 하나. 제출 전에 빈칸부터 짚어 드립니다. 화면의 주소에서 지금 직접 해 보실 수 있습니다.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NAIS AI 해커톤 본선 · 팀 루미아 · RFP-to-Fit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 하나, 초안 하나.</a:t>
            </a:r>
            <a:endParaRPr lang="en-US" sz="4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 </a:t>
            </a:r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부터 짚어 드립니다.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결과를 맞히는 AI가 아니라 — 공고가 요구하는데 내 초안에 근거가 없는 곳을, 원문으로 짚어 주는 에이전트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김태걸 · 박세훈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— 제안서를 내는 연구자의 자리에서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떨어진 이유는 늘,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심사평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받고 나서야 압니다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지킬 것 58개가 37쪽에 흩어져 있습니다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R&amp;D 공고 한 건 — 자격·서류·서식·감점 조건이 본문·주석·첨부에 나뉘어 있고 평가표도 3종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7398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21608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 5~7명은 저마다 다른 것을 봅니다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4133088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타당성, 사업성, 행정(예산·인력·빈칸), 사업 취지 — 그리고 항목 합산보다 몇 가지 결정 포인트로 마음속 등수를 먼저 정합니다(현장 멘토링)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7640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745736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 그 눈으로 읽어 줄 사람이 없습니다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5157216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동료 검토는 같은 연구자의 눈이고, 심사위원의 눈은 심사평으로만 돌아옵니다 — 이미 늦은 뒤에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57607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89788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저희 팀도 올해 공모·지원사업 공고 400여 건을 읽고 지원하면서 매번 이 자리에서 막혔습니다.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무엇이 어려웠고, 어떻게 풀었나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어려운 점 세 가지를,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장치 세 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풀었습니다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560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어려운 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57600" y="2560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RFP-to-Fit이 하는 일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229600" y="256032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흩어진 요건과 심사표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0" y="29260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링크만 넣으면 공지의 첨부 중 공고문을 찾아 내려받고(PDF·HWPX·HWP), 요건과 심사표를 쪽 번호·원문 인용과 함께 뽑습니다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0" y="292608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링크 13/13건 성공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재현율 85~93%·처음 보는 공고 76~97%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심사표 배점 100% 일치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91363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23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심사위원마다 다른 관점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0" y="40233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심사 경험에서 나온 관점 6개로 나눠 서로 모른 채 근거를 찾게 하고 → 모두 못 찾은 곳(고칠 곳)과 갈리는 곳(사람이 판단할 곳)을 나눕니다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0" y="402336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오탐 3 → 6역할 오탐 0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(일부러 지운 초안 5개)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501091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20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심사를 믿을 수 있나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57600" y="51206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「충족」에도 초안 원문 인용을 요구하고, 코드가 글자 단위로 대조해 없으면 무효 → 그 평가위원에게 한 번 다시 묻습니다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90개 중 12건 적발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11건 원문 확인 · 1건 무효 처리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 출처: data/eval/(link-fetch · extract-openai-3runs · holdout-summary · planted-ablation-*) · data/runs/…original.json — 저장소 공개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흐름 — 연구자가 하는 일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연구자가 할 일은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붙여넣기 두 번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 붙여넣기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IRIS·부처·기관 게시판 공지 주소 또는 PDF 주소 — 첨부 중 공고문을 알아서 고름(공고문이 여러 파일이면 합침)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37673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490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 초안 올리기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63040" y="4160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HWPX·HWP·PDF·텍스트 — 서버에 저장하지 않고, 주민번호·전화·이메일·생년월일은 가린 뒤 AI에 보냄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818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80060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 · 판단할 곳 → 원문으로 직접 확인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63040" y="5212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관점이 근거를 못 찾은 곳, 갈린 곳 + 「어떤 근거를 어느 절에」 — 「원문 보기」로 공고 쪽·초안 위치를 강조해 보고 ✓/✗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715000" y="2697480"/>
            <a:ext cx="476850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4" name="Image 0" descr="/Users/ryugi62/dev/rfp-to-fit/deliver/deck/build/img/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2788920"/>
            <a:ext cx="4585624" cy="153883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715000" y="4663440"/>
            <a:ext cx="4087289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6" name="Image 1" descr="/Users/ryugi62/dev/rfp-to-fit/deliver/deck/build/img/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4754880"/>
            <a:ext cx="3904409" cy="131023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 실제 화면 · 처음 보는 19쪽 공고를 올렸을 때 파싱 20초 + 채점 25초(브라우저 실측) · 마지막 장 주소에서 직접 해 보실 수 있습니다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 흐름도 — AI 개입과 사람 판단 지점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누가 무엇을 하는가 —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은 판단, AI는 생성, 규칙은 검사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514600"/>
            <a:ext cx="3361944" cy="457200"/>
          </a:xfrm>
          <a:prstGeom prst="roundRect">
            <a:avLst>
              <a:gd name="adj" fmla="val 16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6060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 — 판단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3154680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공고·초안 넣기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3502152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공고에 어떤 초안을 낼지 정함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4178808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논쟁 지점 채택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526280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의견이 갈린 곳은 연구 전략·사실을 아는 본인이 고칠지 결정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5202936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문장 작성·제출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68680" y="5550408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에이전트는 문장을 쓰지 않음 — 위치와 근거 종류만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13504" y="2514600"/>
            <a:ext cx="3361944" cy="457200"/>
          </a:xfrm>
          <a:prstGeom prst="roundRect">
            <a:avLst>
              <a:gd name="adj" fmla="val 16000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96384" y="26060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— 생성(모델)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59224" y="3154680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파싱·점검 질문·보완 위치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59224" y="3502152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엔진 gpt-4.1 — 3쪽씩 병렬로 요건·배점을 원문 인용과 함께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59224" y="4178808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6개의 근거 찾기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59224" y="4526280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gpt-5.4-mini · Gemini gemini-3.6-flash · Upstage Solar solar-pro3 — 질문별 충족/부족/누락 + 인용 + 선정·보류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459224" y="5202936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검색어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459224" y="5550408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 → MCP 도구로 검색 후 관련 논문만 선별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04048" y="2514600"/>
            <a:ext cx="3361944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8186928" y="26060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 — 검사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049768" y="3154680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049768" y="3502152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공백·문장부호를 뺀 뒤 인용이 초안에 연속 문자열로 있는지 — 없으면 무효·재질의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9768" y="4178808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9768" y="4526280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유효 판정 중 부족·누락 ≥80% 합의 결핍, 20~80% 논쟁, 유효 &lt; 절반은 확인 불가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049768" y="5202936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점수·개인정보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49768" y="5550408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충족1·부족0.5·누락0, 최고·최저 제외 평균 · 주민번호·전화·이메일·생년월일 정규식 가림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22960" y="62636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구성 · 데이터 — LangGraph 상태 그래프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LLM은 판사가 아니라 </a:t>
            </a:r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증인</a:t>
            </a:r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입니다 —</a:t>
            </a:r>
            <a:endParaRPr lang="en-US" sz="3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판정은 코드가 합니다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231136" y="3406140"/>
            <a:ext cx="9906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348484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39924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439924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탐색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39924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→ OpenAlex/Crossref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756660" y="3406140"/>
            <a:ext cx="9906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874008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65448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965448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6명 독립 채점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65448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3사 모델 병렬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282184" y="3406140"/>
            <a:ext cx="9906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399532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5490972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90972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90972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5056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16496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recheck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016496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재질의(최대 1회)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016496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판정만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333232" y="3406140"/>
            <a:ext cx="9906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450580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8542020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542020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542020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9858756" y="3406140"/>
            <a:ext cx="9906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976104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67544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remedy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067544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위치 지정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0067544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807708" y="3406140"/>
            <a:ext cx="9906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6697980" y="25877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있음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094476" y="3977640"/>
            <a:ext cx="0" cy="32004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094476" y="4297680"/>
            <a:ext cx="3051048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9145524" y="3977640"/>
            <a:ext cx="0" cy="32004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6185916" y="43434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없음 → 바로 집계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822960" y="48006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2194560" y="4800600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items · prior · verdicts · stances · failed · table · remedies — 노드는 상태를 읽고 자기 칸만 씀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22960" y="51846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처리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2194560" y="5184648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 호출 실패는 순차 재시도, 그래도 실패하면 「응답 k/6」으로 화면에 표시(조용히 버리지 않음)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2960" y="55686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 대체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2194560" y="5568696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엔진·평가위원마다 대체 모델 사슬 — 한도·장애 시 자동 전환, 실제로 판정한 모델을 기록에 남김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22960" y="595274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대신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2194560" y="5952744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공고·초안 원문을 통째로 넣고 인용으로 대조 — 조각 검색으로 문맥을 잃지 않게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신뢰도 — 정답이 없는 영역이라, 기준을 먼저 세웠습니다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맞히는 것이 아니라,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확인할 수 있는 것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신뢰라고 정의했습니다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3291840" cy="3246120"/>
          </a:xfrm>
          <a:prstGeom prst="roundRect">
            <a:avLst>
              <a:gd name="adj" fmla="val 225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743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주장하지 않는 것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315468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4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심사 결과·점수를 맞힌다</a:t>
            </a:r>
            <a:endParaRPr lang="en-US" sz="14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가상 관점 = 실제 심사위원</a:t>
            </a:r>
            <a:endParaRPr lang="en-US" sz="14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제안서를 대신 써 준다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51560" y="47548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심사위원의 판단은 주관적이고 정답이 없습니다 — 그래서 이것들은 주장하지 않습니다.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434840" y="265176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265176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 가능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03720" y="267004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지적은 두 끝에 묶입니다 — 공고 원문(쪽·인용)과 초안 원문(인용). 사람이 원문을 바로 열어 확인합니다.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34840" y="3383280"/>
            <a:ext cx="693115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840" y="347472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34747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날조 없음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903720" y="349300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원문에 없는 인용은 코드가 걸러 판정에서 뺍니다 — 이번 실행 90개 중 12건 적발 → 11건 원문 확인 · 1건 무효.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434840" y="4206240"/>
            <a:ext cx="693115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34840" y="429768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937760" y="429768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모르면 넘김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03720" y="431596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관점이 갈리면(20~80%) 판정하지 않고 「논쟁 지점」으로 사람에게, 근거 있는 판정이 절반 미만이면 「확인 불가」.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34840" y="5029200"/>
            <a:ext cx="693115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4840" y="512064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937760" y="51206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잴 수 있는 것만 숫자로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903720" y="513892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추출(정답표 대비)과 일부러 지운 근거 탐지(오탐)만 숫자로 말하고, 심사 예측 정확도는 말하지 않습니다.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22960" y="60350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6108192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현장 검증 — </a:t>
            </a:r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지적마다 「원문 보기」(공고 쪽·초안 위치 강조)와 ✓/✗ → 사람이 확인한 정밀도가 화면에 쌓입니다. </a:t>
            </a:r>
            <a:pPr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 모드 — </a:t>
            </a:r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초안은 국산 모델에만, 해외 검색 끔.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 서버 — AI 도구 연결 표준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검사 도구를 MCP로 감싸,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AI 비서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 같은 검사를 씁니다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search_prior_art(query, n)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공개 학술 DB 검색 — OpenAlex 우선, 장애 시 Crossref로 자동 전환 · 결과는 혁신성 판정의 참고 자료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3675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6576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check_quote(quote, text)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4069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인용이 원문에 있는지 true/false — LLM 없이 같은 규칙 코드로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6360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61772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OpenAlex인가, 왜 MCP인가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5029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무료·키 없음·메타데이터 공개 라이선스라 기관 어디서든 비용 0 — 다만 오늘 밤 실측 중 OpenAlex가 503을 냈고 도구 뒤에서 Crossref로 바뀌었습니다. 국내 DB(NTIS·KCI)도 같은 자리에 꽂으면 됩니다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03720" y="2606040"/>
            <a:ext cx="4462272" cy="3429000"/>
          </a:xfrm>
          <a:prstGeom prst="roundRect">
            <a:avLst>
              <a:gd name="adj" fmla="val 2133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0" y="274320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 — 다른 AI 비서(Codex CLI)에 서버를 붙여 호출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132320" y="3108960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91F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mcp_servers.rfp_to_fit.command = "python"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91F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args = ["-m", "rfp_to_fit.infrastructure.mcp_server"]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132320" y="3794760"/>
            <a:ext cx="4005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check_quote(「재현율 90% 이상」) → true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check_quote(「정밀도 95% 달성」) → false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search_prior_art(「multi-agent LLM grant proposal review」) → 3편(Crossref)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32320" y="4937760"/>
            <a:ext cx="4005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찾은 선행연구 중 하나는 다중 에이전트로 지원서를 「생성」하는 연구 — 저희는 생성하지 않고, 이 공고의 심사표로 「검사」합니다.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증거: deliver/mcp-codex-transcript.txt(호출 기록) · Crossref 대체 전환은 tests/test_scholar.py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 — 잴 수 있는 것만 숫자로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정답표를 먼저 고정하고,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 보는 공고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와 제거 실험으로 쟀습니다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공고 파싱 — 요건 재현율(심사표 배점은 5건 모두 100%)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9718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우주항공청 · 개발용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0" y="29718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120640" y="29992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85~87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3558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· 개발용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0" y="33558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93%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0" y="338328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91~95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373989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NAIS 해커톤 · 개발용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0" y="373989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20640" y="37673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85~88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2960" y="412394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과기정통부 국가과학자 · 처음 봄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0" y="412394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120640" y="415137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92~97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2960" y="45079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과기정통부 라이징스타 · 처음 봄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0" y="450799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120640" y="453542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76~78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" y="493776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「처음 봄」= 개발에 안 쓴 공고를 링크로 새로 가져와 정답표를 측정 전에 커밋(3회). 라이징스타에서 놓친 9개 중 6개가 ※주석 조건 → 규칙 1줄 후 89~95%(따로 표기)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20840" y="2606040"/>
            <a:ext cx="4645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제거 실험 — 근거를 지운 초안 5개에서 오탐(안 지운 곳을 짚음)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20840" y="2971800"/>
            <a:ext cx="1456944" cy="1783080"/>
          </a:xfrm>
          <a:prstGeom prst="roundRect">
            <a:avLst>
              <a:gd name="adj" fmla="val 5021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3063240"/>
            <a:ext cx="1182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1개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520440"/>
            <a:ext cx="1182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6858000" y="4315968"/>
            <a:ext cx="118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5/5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14944" y="2971800"/>
            <a:ext cx="1456944" cy="1783080"/>
          </a:xfrm>
          <a:prstGeom prst="roundRect">
            <a:avLst>
              <a:gd name="adj" fmla="val 5021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52104" y="3063240"/>
            <a:ext cx="1182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6역할 · 한 회사 모델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452104" y="3520440"/>
            <a:ext cx="1182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000" dirty="0"/>
          </a:p>
        </p:txBody>
      </p:sp>
      <p:sp>
        <p:nvSpPr>
          <p:cNvPr id="29" name="Text 27"/>
          <p:cNvSpPr/>
          <p:nvPr/>
        </p:nvSpPr>
        <p:spPr>
          <a:xfrm>
            <a:off x="8452104" y="4315968"/>
            <a:ext cx="118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5/5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909048" y="2971800"/>
            <a:ext cx="1456944" cy="1783080"/>
          </a:xfrm>
          <a:prstGeom prst="roundRect">
            <a:avLst>
              <a:gd name="adj" fmla="val 5021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46208" y="3063240"/>
            <a:ext cx="1182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6역할 · 3사 모델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046208" y="3520440"/>
            <a:ext cx="1182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000" dirty="0"/>
          </a:p>
        </p:txBody>
      </p:sp>
      <p:sp>
        <p:nvSpPr>
          <p:cNvPr id="33" name="Text 31"/>
          <p:cNvSpPr/>
          <p:nvPr/>
        </p:nvSpPr>
        <p:spPr>
          <a:xfrm>
            <a:off x="10046208" y="4315968"/>
            <a:ext cx="118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4/5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20840" y="4937760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관점을 나누자 오탐이 0 — 세 회사 모델을 섞는 효과는 이 표본(5개·각 1회)에선 확인 안 됨(섞는 이유는 가용성)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22960" y="566928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806440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링크 입력: 실제 공지 주소 13건 중 13건에서 공고문을 골라 읽음(HWP 첨부·스크립트 다운로드·공고문 2개 합치기) · IRIS 상세는 미실측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정답표: 파이프라인(OpenAI)과 다른 회사 모델(Claude)이 원문을 읽어 작성 · 검증 정답표 커밋 430ea7d(21:37) 뒤 측정 · 추출 정밀도 45~84%는 다음 개선 대상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예선 약속 → 본선 구현 — 포스터와 현실의 거리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예선 때 약속한 것을,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그대로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대조했습니다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URL·PDF·HWPX 입력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583680" y="260604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223760" y="2624328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+HWP, 실제 공지 13/13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62656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999232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요건·평가지표 구조화(출처 쪽)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583680" y="2999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0" y="3017520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항목에 쪽·원문 인용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3355848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392424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평가위원 독립 채점 → 합의/논쟁/확인 불가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583680" y="339242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23760" y="3410712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6개(현장 멘토링 반영)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37490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85616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지정 — 문장은 쓰지 않음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583680" y="378561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223760" y="3803904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종류·넣을 위치만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414223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17880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탐색(논문·NTIS 과제·KIPRIS 특허, MCP)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583680" y="41788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23760" y="4197096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논문만 — 축소 규칙 적용, NTIS·KIPRIS는 키 미확보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2960" y="4535424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572000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RAG(bge-m3 + FAISS)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583680" y="45720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223760" y="4590288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 전체 + 인용 대조로 교체 — 판정 근거 추적이 더 직접적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2960" y="4928616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965192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재현율 ≥ 90%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583680" y="49651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223760" y="4983480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85~93% · 처음 본 공고 77~94%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22960" y="5321808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358384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결핍 탐지 정밀도 ≥ 80%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583680" y="53583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223760" y="5376672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오탐 0(100%) · 탐지 4/5, 표본 5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22960" y="571500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751576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 비저장 · 오픈소스(MIT)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583680" y="575157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223760" y="5769864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+개인정보 가림 · LICENSE 공개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기획서 v2(9/5 제출)·아이디어 포스터(9/15 제출) 대비 — 못 한 것도 지우지 않았습니다 · 전체 표는 저장소 README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자신에게 먼저 — 이 대회 본선 심사표로 예선 기획서를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대회 심사표로 우리를 먼저 검사하니,</a:t>
            </a:r>
            <a:endParaRPr lang="en-US" sz="3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 관점</a:t>
            </a:r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에서 걸린 점이 오늘의 준비물이 됐습니다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관점이 쓴 「가장 걸리는 점」(원문)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720840" y="2606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오늘 가져온 것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3101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“정확도 목표(90% 재현율, 80% 정밀도)가 실제 구현 없이 목표치만 제시되어 구체성 부족”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0" y="3337560"/>
            <a:ext cx="22860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720840" y="312724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목표치 대신 실측치 — 처음 보는 공고 재현율·제거 실험(9장)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27024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“시장성은 있으나 실증·구매주체가 아직 약함”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0" y="4297680"/>
            <a:ext cx="22860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6720840" y="408736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실증 대상 — 전문기관 접수 후 요건 사전검토(12장)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937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523036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“AI 윤리·보안 대책은 있으나, 실제 구현 및 검증 계획이 해커톤 기간 내 2일만에 과도하게 압축되어 실현 가능성에 의문.”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0" y="5257800"/>
            <a:ext cx="22860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6720840" y="504748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가능한 과정 — 커밋 30개·테스트 35개·측정 스크립트 공개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22960" y="59893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08076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 근거는 거의 다 있었지만 3개 관점이 전체 인상을 「보류」로 적었습니다 — 결과 예측이 아니라, 발표 전에 대비할 질문을 먼저 받은 것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확장 — 같은 엔진, 세 개의 시점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 → 접수 후 → 심사 중,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엔진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이어집니다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74320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 · 연구자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1560" y="309067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셀프 점검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51560" y="361188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곳·판단할 곳·관점별로 걸리는 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452628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이 앱 — 구현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181856" y="3749040"/>
            <a:ext cx="21945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28744" y="2606040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7344" y="274320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접수 후 · 전문기관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57344" y="309067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사전검토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57344" y="361188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요건 매트릭스로 형식 미비·필수 서류 누락을 먼저 걸러 담당자 검토 시간 단축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57344" y="452628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실증 목표 — 계획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87640" y="3749040"/>
            <a:ext cx="21945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034528" y="2606040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63128" y="274320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중 · 평가위원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63128" y="309067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위치 표시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263128" y="361188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지표마다 제안서의 근거 문장 위치를 옆에 띄워 심사 보조 — 판정은 사람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63128" y="452628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507492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NAIS 비전과의 연결 —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「가설부터 실험·분석까지 스스로 하는 AI 사이언티스트, 1인 1연구소」에서 빠진 순간이 과제 신청입니다 — 그 자리를 채우는 도구입니다.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데이터가 쌓이는 방향 —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심사 의견은 평가기관에 있습니다(멘토링). 전문기관과 연계하면 가상 평가위원을 실제 심사 의견 유형으로 보정합니다.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연결 —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도구로 NAIS 플랫폼·연구자 AI 비서에 그대로 꽂히고, 같은 엔진이 연차·성과보고서(지표 대비 실적)와 연구비 정산(증빙 대비 항목)으로 넓어집니다.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직접 해 보세요 — 공고 링크 하나, 초안 하나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전에,</a:t>
            </a:r>
            <a:endParaRPr lang="en-US" sz="5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부터.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22960" y="40690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커밋 30개 · 코드는 전부 본선 중 커밋(첫 코드 커밋 09/30 19:19, 그 전엔 문서뿐) · 테스트 35개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→ 테스트 → 구현 순서 · 측정 스크립트와 정답표 공개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49834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라이브가 끊기면 — 앱의 「② 우리 기획서 먼저 채점」 탭이 저장된 실행 기록으로 같은 결과를 보여 줍니다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5852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 루미아 · 김태걸 · 박세훈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6948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8" name="Image 0" descr="/Users/ryugi62/dev/rfp-to-fit/deliver/deck/build/img/qr-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2084832"/>
            <a:ext cx="1371600" cy="1371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5236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45236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ryugi62.github.io/rfp-to-fit/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937260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2" name="Image 1" descr="/Users/ryugi62/dev/rfp-to-fit/deliver/deck/build/img/qr-re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8632" y="2084832"/>
            <a:ext cx="1371600" cy="1371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55548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955548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github.com/Ryugi62/rfp-to-fit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팀 루미아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RFP-to-Fit — 팀 루미아</dc:title>
  <dc:subject>PptxGenJS Presentation</dc:subject>
  <dc:creator>PptxGenJS</dc:creator>
  <cp:lastModifiedBy>PptxGenJS</cp:lastModifiedBy>
  <cp:revision>1</cp:revision>
  <dcterms:created xsi:type="dcterms:W3CDTF">2026-09-30T14:51:42Z</dcterms:created>
  <dcterms:modified xsi:type="dcterms:W3CDTF">2026-09-30T14:51:42Z</dcterms:modified>
</cp:coreProperties>
</file>