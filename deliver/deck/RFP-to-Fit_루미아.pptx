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AI를 만들지 않았습니다. 공고가 요구하는데 내 초안에 근거가 없는 곳을, 제출 전에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늘 심사평을 받고 나서야 압니다. 공고 한 건에 지킬 것이 58개, 37쪽에 흩어져 있고, 심사위원은 저마다 다른 것을 봅니다. 어제 멘토링에서 들은 말처럼, 심사위원은 항목 합산보다 몇 가지 결정 포인트로 등수를 먼저 정합니다. 그런데 제출 전에 그 눈으로 읽어 줄 사람은 없습니다. 저희도 올해 공고 400여 건을 읽고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어려운 점은 세 가지였습니다. 요건이 흩어져 있고, 심사위원마다 보는 게 다르고, AI가 검사한 걸 믿을 수 있느냐. 그래서 링크만 넣으면 공고문을 찾아 요건과 심사표를 쪽 번호와 함께 뽑고, 실제 심사 경험에서 나온 관점 여섯 개로 나눠 근거를 찾게 하고, 칭찬에도 원문 인용을 요구해 코드가 대조합니다. 오른쪽 숫자는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연구자가 할 일은 두 번의 붙여넣기입니다. 공고 링크를 넣으면 공지에 붙은 첨부 중 공고문을 알아서 골라 읽고, 내 초안을 올리면 개인정보를 가린 뒤 여섯 명에게 보냅니다. 약 45초 뒤 모든 관점이 근거를 못 찾은 곳, 의견이 갈린 곳, 관점마다 가장 걸리는 점이 나옵니다. 보완은 문장을 써 주지 않고, 어떤 근거를 어느 절에 넣을지만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역할을 나눴습니다. 사람은 세 가지만 판단합니다. 어떤 공고에 낼지, 의견이 갈린 곳을 고칠지, 그리고 문장을 직접 씁니다. AI는 생성만 합니다. 공고 파싱과 점검 질문은 주 엔진이, 관점별 근거 찾기는 세 회사 모델에 나눈 여섯 관점이 합니다. 규칙은 코드로 검사합니다. 인용이 초안에 글자 그대로 있는지, 몇 관점이 근거를 못 찾았는지로 합의와 논쟁을 나누고, 개인정보는 보내기 전에 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구조의 핵심은 LLM을 판사로 쓰지 않는다는 겁니다. LLM은 증인처럼 증거, 즉 원문 인용만 냅니다. 채택할지, 몇 관점이 동의했는지, 판정을 보류할지는 결정론 코드가 정합니다. 흐름은 LangGraph 상태 그래프 한 장입니다. 점검 질문, 선행 탐색, 여섯 명 병렬 채점까지 가고, 인용 검사에서 원문에 없는 판정이 있으면 그 평가위원에게만 한 번 되돌아가 다시 묻습니다. 없으면 바로 집계로 갑니다. 한 회사 모델이 한도에 걸리거나 멈추면 다음 모델로 자동으로 넘어가고, 실제로 판정한 모델은 기록에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심사위원의 판단엔 정답이 없습니다. 그래서 저희는 심사 결과를 맞힌다고 주장하지 않습니다. 대신 신뢰를 네 가지로 정의했습니다. 모든 지적은 공고 원문과 초안 원문 두 끝에 묶여 바로 확인할 수 있고, 원문에 없는 인용은 코드가 걸러내고, 관점이 갈리면 판정하지 않고 사람에게 넘기고, 잴 수 있는 것만 숫자로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검사 도구 두 개를 MCP 서버로 감쌌습니다. 선행연구 검색과 인용 검사입니다. 실제로 다른 AI 비서인 Codex에 이 서버를 붙여 호출해 봤고, 원문에 있는 인용은 참, 없는 인용은 거짓이 나왔습니다. OpenAlex를 쓴 이유는 무료이고 키가 필요 없어서인데, 오늘 밤 실측 중에 OpenAlex가 장애를 냈고 도구 뒤에서 Crossref로 바뀌었습니다. MCP로 감싼 이유가 바로 이겁니다. 국내 DB도 같은 자리에 꽂으면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예시 공고에만 맞춘 게 아닌지 의심하실 수 있어서, 개발에 한 번도 안 쓴 과기정통부 공고 두 건을 링크로 새로 가져와 쟀습니다. 정답표는 측정 전에 먼저 커밋해 고정했습니다. 국가과학자 공모는 평균 94%, 라이징스타는 78%였고, 심사표 배점은 둘 다 100% 맞혔습니다. 라이징스타에서 놓친 건 대부분 주석 속 조건이어서 규칙 한 줄을 넣었고, 이건 블라인드 숫자와 따로 표기했습니다.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평가위원이 정말 여러 명 필요한지 직접 쟀습니다. 근거를 일부러 지운 초안 5개에서 한 명짜리는 지운 곳을 다 짚었지만 안 지운 곳도 3곳 잘못 짚었습니다. 역할을 여섯으로 나누자 오탐이 0이 됐습니다. 세 회사 모델을 섞는 효과는 이 표본에선 확인되지 않았고, 그렇게 말씀드립니다. 섞는 이유는 가용성입니다.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본선 심사표로 저희 예선 기획서를 먼저 검사했습니다. 결과를 예측한 게 아니라, 세 관점에서 걸리는 점을 받았습니다. 목표치만 있고 실측이 없다, 구매 주체가 약하다, 검증 계획이 빠듯하다. 그래서 오늘 실측치와 첫 실증 대상과 검증 가능한 과정을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셀프 점검이고, 첫 실증 목표는 전문기관의 접수 후 요건 사전검토, 그다음은 심사 중 평가위원에게 근거 위치를 띄워 주는 보조입니다. 실제 심사 의견 데이터는 평가기관에 있으니, 연계하면 가상 평가위원을 실제 유형으로 보정할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공고 링크 하나, 초안 하나. 제출 전에 빈칸부터 짚어 드립니다.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 · RFP-to-Fit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하나.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짚어 드립니다.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맞히는 AI가 아니라 — 공고가 요구하는데 내 초안에 근거가 없는 곳을, 원문으로 짚어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제안서를 내는 연구자의 자리에서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 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 나서야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 58개가 37쪽에 흩어져 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 — 자격·서류·서식·감점 조건이 본문·주석·첨부에 나뉘어 있고 평가표도 3종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39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21608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5~7명은 저마다 다른 것을 봅니다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33088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타당성, 사업성, 행정(예산·인력·빈칸), 사업 취지 — 그리고 항목 합산보다 몇 가지 결정 포인트로 마음속 등수를 먼저 정합니다(현장 멘토링)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45736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읽어 줄 사람이 없습니다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같은 연구자의 눈이고, 심사위원의 눈은 심사평으로만 돌아옵니다 — 이미 늦은 뒤에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7607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팀도 올해 공모·지원사업 공고 400여 건을 읽고 지원하면서 매번 이 자리에서 막혔습니다.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어려웠고, 어떻게 풀었나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장치 세 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풀었습니다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576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RFP-to-Fit이 하는 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0" y="25603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요건과 심사표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0" y="2926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링크만 넣으면 공지의 첨부 중 공고문을 찾아 내려받고(PDF·HWPX·HWP), 요건과 심사표를 쪽 번호·원문 인용과 함께 뽑습니다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292608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13/13건 성공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85~93%·처음 보는 공고 76~97%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100% 일치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136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다른 관점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경험에서 나온 관점 6개로 나눠 서로 모른 채 근거를 찾게 하고 → 모두 못 찾은 곳(고칠 곳)과 갈리는 곳(사람이 판단할 곳)을 나눕니다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0" y="402336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오탐 3 → 6역할 오탐 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(일부러 지운 초안 5개)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01091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0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심사를 믿을 수 있나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「충족」에도 초안 원문 인용을 요구하고, 코드가 글자 단위로 대조해 없으면 무효 → 그 평가위원에게 한 번 다시 묻습니다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12건 적발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11건 원문 확인 · 1건 무효 처리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출처: data/eval/(link-fetch · extract-openai-3runs · holdout-summary · planted-ablation-*) · data/runs/…original.json — 저장소 공개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 — 연구자가 하는 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연구자가 할 일은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IRIS·부처·기관 게시판 공지 주소 또는 PDF 주소 — 첨부 중 공고문을 알아서 고름(공고문이 여러 파일이면 합침)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HWPX·HWP·PDF·텍스트 — 서버에 저장하지 않고, 주민번호·전화·이메일·생년월일은 가린 뒤 AI에 보냄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· 판단할 곳 · 관점별로 걸리는 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관점이 근거를 못 찾은 곳, 의견이 갈린 곳, 관점마다 가장 걸리는 점 + 「어떤 근거를 어느 절에」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1500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 · 처음 보는 19쪽 공고를 올렸을 때 파싱 20초 + 채점 25초(브라우저 실측) · 마지막 장 주소에서 직접 해 보실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하는가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판단, AI는 생성, 규칙은 검사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— 판단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넣기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공고에 어떤 초안을 낼지 정함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채택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갈린 곳은 연구 전략·사실을 아는 본인이 고칠지 결정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 작성·제출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문장을 쓰지 않음 — 위치와 근거 종류만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3504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6384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생성(모델)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9224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파싱·점검 질문·보완 위치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59224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 — 3쪽씩 병렬로 요건·배점을 원문 인용과 함께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59224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근거 찾기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9224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Upstage Solar solar-pro3 — 질문별 충족/부족/누락 + 인용 + 선정·보류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59224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검색어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9224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 → MCP 도구로 검색 후 관련 논문만 선별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4048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186928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 — 검사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9768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9768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공백·문장부호를 뺀 뒤 인용이 초안에 연속 문자열로 있는지 — 없으면 무효·재질의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9768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9768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 판정 중 부족·누락 ≥80% 합의 결핍, 20~80% 논쟁, 유효 &lt; 절반은 확인 불가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9768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점수·개인정보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9768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충족1·부족0.5·누락0, 최고·최저 제외 평균 · 주민번호·전화·이메일·생년월일 정규식 가림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2636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 — LangGraph 상태 그래프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판사가 아니라 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증인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 —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코드가 합니다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3113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4848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992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43992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3992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→ OpenAlex/Crossref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56660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74008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65448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965448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65448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 병렬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282184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9532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490972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90972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90972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5056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16496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16496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재질의(최대 1회)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16496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333232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50580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8542020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42020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542020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858756" y="3406140"/>
            <a:ext cx="9906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976104" y="2880360"/>
            <a:ext cx="138988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67544" y="2971800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067544" y="31912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067544" y="359359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807708" y="3406140"/>
            <a:ext cx="9906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6697980" y="2587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있음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94476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4476" y="4297680"/>
            <a:ext cx="3051048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9145524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185916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없음 → 바로 집계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22960" y="4800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2194560" y="4800600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· prior · verdicts · stances · failed · table · remedies — 노드는 상태를 읽고 자기 칸만 씀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22960" y="51846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2194560" y="5184648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호출 실패는 순차 재시도, 그래도 실패하면 「응답 k/6」으로 화면에 표시(조용히 버리지 않음)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2960" y="55686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대체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194560" y="5568696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엔진·평가위원마다 대체 모델 사슬 — 한도·장애 시 자동 전환, 실제로 판정한 모델을 기록에 남김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" y="59527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대신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194560" y="5952744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원문을 통째로 넣고 인용으로 대조 — 조각 검색으로 문맥을 잃지 않게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— 정답이 없는 영역이라, 기준을 먼저 세웠습니다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맞히는 것이 아니라,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있는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신뢰라고 정의했습니다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주장하지 않는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154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심사 결과·점수를 맞힌다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가상 관점 = 실제 심사위원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제안서를 대신 써 준다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51560" y="47548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심사위원의 판단은 주관적이고 정답이 없습니다 — 그래서 이것들은 주장하지 않습니다.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26517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6517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가능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67004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지적은 두 끝에 묶입니다 — 공고 원문(쪽·인용)과 초안 원문(인용). 사람이 원문을 바로 열어 확인합니다.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338328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34747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4747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날조 없음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349300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원문에 없는 인용은 코드가 걸러 판정에서 뺍니다 — 이번 실행 90개 중 12건 적발 → 11건 원문 확인 · 1건 무효.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34840" y="420624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42976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42976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모르면 넘김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31596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갈리면(20~80%) 판정하지 않고 「논쟁 지점」으로 사람에게, 근거 있는 판정이 절반 미만이면 「확인 불가」.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502920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51206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51206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잴 수 있는 것만 숫자로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513892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추출(정답표 대비)과 일부러 지운 근거 탐지(오탐)만 숫자로 말하고, 심사 예측 정확도는 말하지 않습니다.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6035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1264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기준은 현장 심사위원 멘토링의 조언(주장 범위를 좁히고, 신뢰의 논리를 스스로 세울 것)을 그대로 따른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 — AI 도구 연결 표준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같은 검사를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search_prior_art(query, 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검색 — OpenAlex 우선, 장애 시 Crossref로 자동 전환 · 결과는 혁신성 판정의 참고 자료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check_quote(quote, text)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true/false — LLM 없이 같은 규칙 코드로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OpenAlex인가, 왜 MCP인가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무료·키 없음·메타데이터 공개 라이선스라 기관 어디서든 비용 0 — 다만 오늘 밤 실측 중 OpenAlex가 503을 냈고 도구 뒤에서 Crossref로 바뀌었습니다. 국내 DB(NTIS·KCI)도 같은 자리에 꽂으면 됩니다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429000"/>
          </a:xfrm>
          <a:prstGeom prst="roundRect">
            <a:avLst>
              <a:gd name="adj" fmla="val 21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7432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— 다른 AI 비서(Codex CLI)에 서버를 붙여 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0" y="310896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mcp_servers.rfp_to_fit.command = "python"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["-m", "rfp_to_fit.infrastructure.mcp_server"]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0" y="3794760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check_quote(「재현율 90% 이상」) → true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check_quote(「정밀도 95% 달성」) → false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search_prior_art(「multi-agent LLM grant proposal review」) → 3편(Crossref)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4937760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선행연구 중 하나는 다중 에이전트로 지원서를 「생성」하는 연구 — 저희는 생성하지 않고, 이 공고의 심사표로 「검사」합니다.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증거: deliver/mcp-codex-transcript.txt(호출 기록) · Crossref 대체 전환은 tests/test_scholar.py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— 예시 공고에만 맞춘 게 아닌지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고정하고,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개발에 쓴 공고 3건 — 요건 재현율(3회 평균)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· 19쪽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749040" y="30175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75488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4930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· 37쪽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749040" y="34930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35387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91~95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9684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 · 5쪽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749040" y="396849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40142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일치 3건 모두 100% · 1건 11~15초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09360" y="260604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처음 보는 공고 2건 — 링크로 새로 가져와, 정답표를 측정 전에 커밋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30175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 공모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418320" y="30175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424160" y="3063240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92~97 · 심사표 100%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34930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 지정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418320" y="34930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424160" y="3538728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76~78 · 심사표 100%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4069080"/>
            <a:ext cx="5056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라이징스타에서 놓친 9개 중 6개가 ※주석 속 조건(「증빙 시에만 인정」 등) → 일반 규칙 1줄 추가 후 89~95%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(검증 공고를 본 뒤의 수정이라 위 블라인드 숫자와 따로 표기)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50749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2578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입력 실측: 실제 공지 주소 13건 중 13건에서 공고문을 골라 읽음(HWP 첨부·스크립트 다운로드·공고문 2개 합치기 포함) · IRIS 상세 페이지는 미실측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파이프라인(OpenAI)과 다른 회사 모델(Claude)이 원문을 읽어 작성 · 검증 정답표 커밋 430ea7d(21:37) 뒤에 측정 · 정밀도(추출 중 정답 비율) 45~84%는 다음 개선 대상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제거 실험 — 관점을 여러 개로 나눌 필요가 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하나로는 엉뚱한 곳도 짚고,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역할을 나누면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오탐이 사라졌습니다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블록을 일부러 하나씩 지운 초안 5개(예선 심사표) — 지운 곳을 짚었나, 안 지운 곳을 잘못 짚었나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3063240"/>
            <a:ext cx="333146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320040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1개(단일 LLM)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3657600"/>
            <a:ext cx="2874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수 5/5 · 정확도 73%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8744" y="3063240"/>
            <a:ext cx="3331464" cy="2148840"/>
          </a:xfrm>
          <a:prstGeom prst="roundRect">
            <a:avLst>
              <a:gd name="adj" fmla="val 340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7344" y="320040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57344" y="3657600"/>
            <a:ext cx="2874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57344" y="452628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수 5/5 · 정확도 100%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34528" y="3063240"/>
            <a:ext cx="3331464" cy="2148840"/>
          </a:xfrm>
          <a:prstGeom prst="roundRect">
            <a:avLst>
              <a:gd name="adj" fmla="val 340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3128" y="320040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모델(현재)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63128" y="3657600"/>
            <a:ext cx="2874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263128" y="4526280"/>
            <a:ext cx="2874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수 4/5 · 정확도 100%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4864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62356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6개가 오탐을 없앴습니다. 세 회사 모델을 섞는 효과는 이 표본(5개·각 1회)에서 확인되지 않았고 — 섞는 이유는 한도·장애에도 멈추지 않는 가용성과 국산 모델 선택지입니다.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 우리를 먼저 검사하니,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관점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걸린 점이 오늘의 준비물이 됐습니다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관점이 쓴 「가장 걸리는 점」(원문)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가져온 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“정확도 목표(90% 재현율, 80% 정밀도)가 실제 구현 없이 목표치만 제시되어 구체성 부족”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333756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1272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목표치 대신 실측치 — 처음 보는 공고 재현율·제거 실험(9·10장)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702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“시장성은 있으나 실증·구매주체가 아직 약함”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0" y="429768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720840" y="40873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 — 전문기관 접수 후 요건 사전검토(12장)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2303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윤리·보안 대책은 있으나, 실제 구현 및 검증 계획이 해커톤 기간 내 2일만에 과도하게 압축되어 실현 가능성에 의문.”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525780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720840" y="5047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가능한 과정 — 커밋 22개·테스트 34개·측정 스크립트 공개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9893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80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근거는 거의 다 있었지만 3개 관점이 전체 인상을 「보류」로 적었습니다 — 결과 예측이 아니라, 발표 전에 대비할 질문을 먼저 받은 것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— 같은 엔진, 세 개의 시점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→ 접수 후 → 심사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이어집니다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곳·판단할 곳·관점별로 걸리는 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구현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81856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28744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7344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7344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요건 매트릭스로 형식 미비·필수 서류 누락을 먼저 걸러 담당자 검토 시간 단축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57344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목표 — 계획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87640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34528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3128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63128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 위치를 옆에 띄워 심사 보조 — 판정은 사람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63128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쌓이는 방향 —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있습니다(멘토링). 전문기관과 연계하면 가상 평가위원을 실제 심사 의견 유형으로 보정합니다.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—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NAIS 플랫폼·연구자 AI 비서에 그대로 꽂히고, 같은 엔진이 연차·성과보고서(지표 대비 실적)와 연구비 정산(증빙 대비 항목)으로 넓어집니다.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 — 공고 링크 하나, 초안 하나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22개 · 코드는 전부 본선 중 커밋(첫 코드 커밋 09/30 19:19, 그 전엔 문서뿐) · 테스트 34개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측정 스크립트와 정답표 공개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invisible-sail-shame-preliminary.trycloudflare.com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2026-09-30T14:14:04Z</dcterms:created>
  <dcterms:modified xsi:type="dcterms:W3CDTF">2026-09-30T14:14:04Z</dcterms:modified>
</cp:coreProperties>
</file>