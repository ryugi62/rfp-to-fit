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[10초] 안녕하세요, 팀 루미아 김태걸입니다. 저희는 제안서를 대신 써 주는 AI가 아니라, 제출하기 전에 그 공고의 심사위원 눈으로 먼저 읽어 주는 에이전트를 만들었습니다.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[30초] 제안서를 내 보신 분은 아실 겁니다. 떨어진 이유는 늘 심사평을 받고 나서야 압니다. 공고 한 건에 지킬 것이 58개, 37쪽에 흩어져 있고, 심사위원은 저마다 다른 것을 봅니다. 어제 멘토링에서 들은 말처럼, 심사위원은 항목 합산보다 몇 가지 결정 포인트로 등수를 먼저 정합니다. 그런데 제출 전에 그 눈으로 읽어 줄 사람은 없습니다. 저희도 올해 공고 400여 건을 읽고 지원하면서 매번 여기서 막혔습니다.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[30초] 어려운 점은 세 가지였습니다. 요건이 흩어져 있고, 심사위원마다 보는 게 다르고, AI가 심사하면 믿을 수 있느냐. 그래서 장치를 세 개 만들었습니다. 링크만 넣으면 공고문을 찾아 요건과 심사표를 쪽 번호와 함께 뽑고, 실제 심사위원 유형 여섯 명이 따로 채점하고, 칭찬에도 원문 인용을 요구해 코드가 대조합니다. 오른쪽 숫자는 전부 오늘 밤 직접 잰 값입니다.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[35초] 연구자가 할 일은 두 번의 붙여넣기입니다. 공고 링크를 넣으면 공지에 붙은 첨부 중 공고문을 알아서 골라 읽고, 내 초안을 올리면 개인정보를 가린 뒤 여섯 명에게 보냅니다. 약 45초 뒤 모두가 깎은 곳, 의견이 갈린 곳, 그리고 평가위원별로 선정인지 보류인지와 그 이유가 나옵니다. 보완은 문장을 써 주지 않고, 어떤 근거를 어느 절에 넣을지만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역할을 나눴습니다. 사람은 세 가지만 판단합니다. 어떤 공고에 낼지, 의견이 갈린 곳을 고칠지, 그리고 문장을 직접 씁니다. AI는 생성만 합니다. 공고 파싱과 점검 질문은 주 엔진이, 판정은 세 회사 모델의 평가위원 여섯 명이 합니다. 규칙은 코드로 검사합니다. 인용이 초안에 글자 그대로 있는지, 몇 명이 깎았는지로 합의와 논쟁을 나누고, 개인정보는 보내기 전에 가립니다.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흐름은 LangGraph 상태 그래프 한 장입니다. 점검 질문, 선행 탐색, 여섯 명 병렬 채점까지 가고, 인용 검사에서 원문에 없는 판정이 있으면 그 평가위원에게만 한 번 되돌아가 다시 묻습니다. 없으면 바로 집계로 갑니다. 한 회사 모델이 한도에 걸리거나 멈추면 다음 모델로 자동으로 넘어가고, 실제로 판정한 모델은 기록에 남깁니다.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검사 도구 두 개를 MCP 서버로 감쌌습니다. 선행연구 검색과 인용 검사입니다. 실제로 다른 AI 비서인 Codex에 이 서버를 붙여 호출해 봤고, 원문에 있는 인용은 참, 없는 인용은 거짓이 나왔습니다. OpenAlex를 쓴 이유는 무료이고 키가 필요 없어서인데, 오늘 밤 실측 중에 OpenAlex가 장애를 냈고 도구 뒤에서 Crossref로 바뀌었습니다. MCP로 감싼 이유가 바로 이겁니다. 국내 DB도 같은 자리에 꽂으면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[30초] 예시 공고에만 맞춘 게 아닌지 의심하실 수 있어서, 개발에 한 번도 안 쓴 과기정통부 공고 두 건을 링크로 새로 가져와 쟀습니다. 정답표는 측정 전에 먼저 커밋해 고정했습니다. 국가과학자 공모는 평균 94%, 라이징스타는 78%였고, 심사표 배점은 둘 다 100% 맞혔습니다. 라이징스타에서 놓친 건 대부분 주석 속 조건이어서 규칙 한 줄을 넣었고, 이건 블라인드 숫자와 따로 표기했습니다.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평가위원이 정말 여러 명 필요한지 직접 쟀습니다. 근거를 일부러 지운 초안 5개에서 한 명짜리는 지운 곳을 다 짚었지만 안 지운 곳도 3곳 잘못 짚었습니다. 역할을 여섯으로 나누자 오탐이 0이 됐습니다. 세 회사 모델을 섞는 효과는 이 표본에선 확인되지 않았고, 그렇게 말씀드립니다. 섞는 이유는 가용성입니다.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이 대회 본선 심사표로 저희 예선 기획서를 먼저 채점했습니다. 항목 근거는 다 있었는데 여섯 명 중 3명이 보류했습니다. 이유는 목표치만 있고 실측이 없다, 구매 주체가 약하다, 검증 계획이 빠듯하다였습니다. 그래서 오늘 목표치 대신 실측치를, 첫 실증 대상을, 검증 가능한 과정을 가져왔습니다.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같은 엔진이 세 시점으로 이어집니다. 지금은 연구자의 제출 전 셀프 점검이고, 첫 실증 목표는 전문기관의 접수 후 요건 사전검토, 그다음은 심사 중 평가위원에게 근거 위치를 띄워 주는 보조입니다. 실제 심사 의견 데이터는 평가기관에 있으니, 연계하면 가상 평가위원을 실제 유형으로 보정할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[10초] 공고 링크 하나, 초안 하나. 심사위원 여섯 명이 먼저 읽어 드립니다. 화면의 주소에서 지금 직접 해 보실 수 있습니다.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NAIS AI 해커톤 본선 · 팀 루미아 · RFP-to-Fit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1645920"/>
            <a:ext cx="1054303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링크 하나, 초안 하나.</a:t>
            </a:r>
            <a:endParaRPr lang="en-US" sz="48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심사위원 여섯 명이 </a:t>
            </a:r>
            <a:pPr indent="0" marL="0">
              <a:lnSpc>
                <a:spcPct val="112000"/>
              </a:lnSpc>
              <a:buNone/>
            </a:pPr>
            <a:r>
              <a:rPr lang="en-US" sz="4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먼저</a:t>
            </a:r>
            <a:pPr indent="0" marL="0">
              <a:lnSpc>
                <a:spcPct val="112000"/>
              </a:lnSpc>
              <a:buNone/>
            </a:pPr>
            <a:r>
              <a:rPr lang="en-US" sz="4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읽어 드립니다.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822960" y="416052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R&amp;D 제안서를 제출 전에, 그 공고의 실제 심사표와 실제 심사위원 유형으로 채점하는 에이전트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22960" y="58521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김태걸 · 박세훈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— 제안서를 내는 연구자의 자리에서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떨어진 이유는 늘,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심사평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을 받고 나서야 압니다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9902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지킬 것 58개가 37쪽에 흩어져 있습니다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9902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산업통상부 R&amp;D 공고 한 건 — 자격·서류·서식·감점 조건이 본문·주석·첨부에 나뉘어 있고 평가표도 3종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37398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721608"/>
            <a:ext cx="9902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심사위원 5~7명은 저마다 다른 것을 봅니다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63040" y="4133088"/>
            <a:ext cx="9902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타당성, 사업성, 행정(예산·인력·빈칸), 사업 취지 — 그리고 항목 합산보다 몇 가지 결정 포인트로 마음속 등수를 먼저 정합니다(현장 멘토링)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47640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745736"/>
            <a:ext cx="9902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전에 그 눈으로 읽어 줄 사람이 없습니다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5157216"/>
            <a:ext cx="9902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동료 검토는 같은 연구자의 눈이고, 심사위원의 눈은 심사평으로만 돌아옵니다 — 이미 늦은 뒤에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576072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589788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저희 팀도 올해 공모·지원사업 공고 400여 건을 읽고 지원하면서 매번 이 자리에서 막혔습니다.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무엇이 어려웠고, 어떻게 풀었나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어려운 점 세 가지를,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장치 세 개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풀었습니다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5603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어려운 점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57600" y="25603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RFP-to-Fit이 하는 일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229600" y="2560320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실측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29260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흩어진 요건과 심사표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0" y="292608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링크만 넣으면 공지의 첨부 중 공고문을 찾아 내려받고(PDF·HWPX·HWP), 요건과 심사표를 쪽 번호·원문 인용과 함께 뽑습니다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0" y="2926080"/>
            <a:ext cx="3136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링크 13/13건 성공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 재현율 85~93%·처음 보는 공고 76~97%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심사표 배점 100% 일치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913632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0233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심사위원마다 다른 관점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57600" y="402336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심사위원 유형 6명이 서로의 답을 모른 채 채점 → 모두 깎는 곳(고칠 곳)과 갈리는 곳(판단할 곳)을 나누고, 각자 선정·보류와 결정 포인트를 냅니다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0" y="4023360"/>
            <a:ext cx="3136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오탐 3 → 6역할 오탐 0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(일부러 지운 초안 5개)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5010912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206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심사를 믿을 수 있나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57600" y="512064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「충족」에도 초안 원문 인용을 요구하고, 코드가 글자 단위로 대조해 없으면 무효 → 그 평가위원에게 한 번 다시 묻습니다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229600" y="5120640"/>
            <a:ext cx="3136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 90개 중 12건 적발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11건 원문 확인 · 1건 무효 처리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실측 출처: data/eval/(link-fetch · extract-openai-3runs · holdout-summary · planted-ablation-*) · data/runs/…original.json — 저장소 공개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 흐름 — 연구자가 하는 일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연구자가 할 일은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붙여넣기 두 번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링크 붙여넣기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IRIS·부처·기관 게시판 공지 주소 또는 PDF 주소 — 첨부 중 공고문을 알아서 고름(공고문이 여러 파일이면 합침)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37673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7490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 초안 올리기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463040" y="41605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HWPX·HWP·PDF·텍스트 — 서버에 저장하지 않고, 주민번호·전화·이메일·생년월일은 가린 뒤 AI에 보냄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48188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80060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고칠 곳 · 판단할 곳 · 심사위원의 마음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463040" y="52120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모두 깎은 곳, 의견이 갈린 곳, 평가위원별 선정/보류와 결정 포인트 + 「어떤 근거를 어느 절에」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715000" y="2697480"/>
            <a:ext cx="4768504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4" name="Image 0" descr="/Users/ryugi62/dev/rfp-to-fit/deliver/deck/build/img/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2788920"/>
            <a:ext cx="4585624" cy="153883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5715000" y="4663440"/>
            <a:ext cx="4087289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6" name="Image 1" descr="/Users/ryugi62/dev/rfp-to-fit/deliver/deck/build/img/res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4754880"/>
            <a:ext cx="3904409" cy="131023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 앱 실제 화면 · 처음 보는 19쪽 공고를 올렸을 때 파싱 20초 + 채점 25초(브라우저 실측) · 마지막 장 주소에서 직접 해 보실 수 있습니다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서비스 흐름도 — AI 개입과 사람 판단 지점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누가 무엇을 하는가 —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은 판단, AI는 생성, 규칙은 검사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514600"/>
            <a:ext cx="3361944" cy="457200"/>
          </a:xfrm>
          <a:prstGeom prst="roundRect">
            <a:avLst>
              <a:gd name="adj" fmla="val 16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6060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 — 판단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3154680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공고·초안 넣기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3502152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어떤 공고에 어떤 초안을 낼지 정함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4178808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논쟁 지점 채택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526280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의견이 갈린 곳은 연구 전략·사실을 아는 본인이 고칠지 결정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68680" y="5202936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문장 작성·제출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68680" y="5550408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에이전트는 문장을 쓰지 않음 — 위치와 근거 종류만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413504" y="2514600"/>
            <a:ext cx="3361944" cy="457200"/>
          </a:xfrm>
          <a:prstGeom prst="roundRect">
            <a:avLst>
              <a:gd name="adj" fmla="val 16000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96384" y="26060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— 생성(모델)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59224" y="3154680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파싱·점검 질문·보완 위치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459224" y="3502152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 엔진 gpt-4.1 — 3쪽씩 병렬로 요건·배점을 원문 인용과 함께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459224" y="4178808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평가위원 6명 판정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59224" y="4526280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gpt-5.4-mini · Gemini gemini-3.6-flash · Upstage Solar solar-pro3 — 질문별 충족/부족/누락 + 인용 + 선정·보류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459224" y="5202936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선행연구 검색어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459224" y="5550408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gpt-4.1 → MCP 도구로 검색 후 관련 논문만 선별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04048" y="2514600"/>
            <a:ext cx="3361944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8B95A1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8186928" y="26060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규칙(코드) — 검사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049768" y="3154680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 실재 검사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049768" y="3502152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공백·문장부호를 뺀 뒤 인용이 초안에 연속 문자열로 있는지 — 없으면 무효·재질의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49768" y="4178808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합의·논쟁 집계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49768" y="4526280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유효 판정 중 부족·누락 ≥80% 합의 결핍, 20~80% 논쟁, 유효 &lt; 절반은 확인 불가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049768" y="5202936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점수·개인정보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049768" y="5550408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충족1·부족0.5·누락0, 최고·최저 제외 평균 · 주민번호·전화·이메일·생년월일 정규식 가림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22960" y="626364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구성 · 데이터 — LangGraph 상태 그래프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그래프 한 장에,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되돌아가는 루프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 하나 있습니다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880360"/>
            <a:ext cx="138988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971800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rubric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14400" y="3191256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점검 질문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359359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gpt-4.1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231136" y="3406140"/>
            <a:ext cx="9906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348484" y="2880360"/>
            <a:ext cx="138988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39924" y="2971800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439924" y="3191256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 탐색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439924" y="359359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→ OpenAlex/Crossref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756660" y="3406140"/>
            <a:ext cx="9906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874008" y="2880360"/>
            <a:ext cx="138988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965448" y="2971800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965448" y="3191256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6명 독립 채점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965448" y="359359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3사 모델 병렬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282184" y="3406140"/>
            <a:ext cx="9906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399532" y="2880360"/>
            <a:ext cx="138988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5875">
            <a:solidFill>
              <a:srgbClr val="8B95A1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5490972" y="2971800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490972" y="3191256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 실재 검사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90972" y="359359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5056" y="2880360"/>
            <a:ext cx="138988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16496" y="2971800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recheck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016496" y="3191256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재질의(최대 1회)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016496" y="359359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무효 판정만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8333232" y="3406140"/>
            <a:ext cx="9906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450580" y="2880360"/>
            <a:ext cx="138988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5875">
            <a:solidFill>
              <a:srgbClr val="8B95A1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8542020" y="2971800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542020" y="3191256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합의·논쟁 집계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542020" y="359359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9858756" y="3406140"/>
            <a:ext cx="9906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9976104" y="2880360"/>
            <a:ext cx="138988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67544" y="2971800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remedy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067544" y="3191256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보완 위치 지정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0067544" y="359359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gpt-4.1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807708" y="3406140"/>
            <a:ext cx="99060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6697980" y="25877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무효 있음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094476" y="3977640"/>
            <a:ext cx="0" cy="32004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094476" y="4297680"/>
            <a:ext cx="3051048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9145524" y="3977640"/>
            <a:ext cx="0" cy="32004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2" name="Text 40"/>
          <p:cNvSpPr/>
          <p:nvPr/>
        </p:nvSpPr>
        <p:spPr>
          <a:xfrm>
            <a:off x="6185916" y="43434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무효 없음 → 바로 집계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822960" y="48006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상태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2194560" y="4800600"/>
            <a:ext cx="9171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items · prior · verdicts · stances · failed · table · remedies — 노드는 상태를 읽고 자기 칸만 씀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822960" y="51846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 처리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2194560" y="5184648"/>
            <a:ext cx="9171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평가위원 호출 실패는 순차 재시도, 그래도 실패하면 「응답 k/6」으로 화면에 표시(조용히 버리지 않음)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22960" y="556869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 대체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2194560" y="5568696"/>
            <a:ext cx="9171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 엔진·평가위원마다 대체 모델 사슬 — 한도·장애 시 자동 전환, 실제로 판정한 모델을 기록에 남김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822960" y="595274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대신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2194560" y="5952744"/>
            <a:ext cx="9171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공고·초안 원문을 통째로 넣고 인용으로 대조 — 조각 검색으로 문맥을 잃지 않게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도구 서버 — AI 도구 연결 표준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검사 도구를 MCP로 감싸,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다른 AI 비서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 같은 검사를 씁니다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search_prior_art(query, n)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공개 학술 DB 검색 — OpenAlex 우선, 장애 시 Crossref로 자동 전환 · 결과는 혁신성 판정의 참고 자료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36758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65760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check_quote(quote, text)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63040" y="4069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인용이 원문에 있는지 true/false — LLM 없이 같은 규칙 코드로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46360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61772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OpenAlex인가, 왜 MCP인가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63040" y="50292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무료·키 없음·메타데이터 공개 라이선스라 기관 어디서든 비용 0 — 다만 오늘 밤 실측 중 OpenAlex가 503을 냈고 도구 뒤에서 Crossref로 바뀌었습니다. 국내 DB(NTIS·KCI)도 같은 자리에 꽂으면 됩니다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903720" y="2606040"/>
            <a:ext cx="4462272" cy="3429000"/>
          </a:xfrm>
          <a:prstGeom prst="roundRect">
            <a:avLst>
              <a:gd name="adj" fmla="val 2133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2320" y="2743200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실측 — 다른 AI 비서(Codex CLI)에 서버를 붙여 호출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132320" y="3108960"/>
            <a:ext cx="4005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91F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mcp_servers.rfp_to_fit.command = "python"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91F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args = ["-m", "rfp_to_fit.infrastructure.mcp_server"]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132320" y="3794760"/>
            <a:ext cx="40050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check_quote(「재현율 90% 이상」) → true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check_quote(「정밀도 95% 달성」) → false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search_prior_art(「multi-agent LLM grant proposal review」) → 3편(Crossref)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132320" y="4937760"/>
            <a:ext cx="4005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찾은 선행연구 중 하나는 다중 에이전트로 지원서를 「생성」하는 연구 — 저희는 생성하지 않고, 이 공고의 심사표로 「검사」합니다.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증거: deliver/mcp-codex-transcript.txt(호출 기록) · Crossref 대체 전환은 tests/test_scholar.py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 — 예시 공고에만 맞춘 게 아닌지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정답표를 먼저 고정하고,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처음 보는 공고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쟀습니다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개발에 쓴 공고 3건 — 요건 재현율(3회 평균)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301752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우주항공청 · 19쪽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3749040" y="301752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754880" y="3063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85~87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349300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산업통상부 · 37쪽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749040" y="34930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93%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754880" y="35387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91~95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3968496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NAIS 해커톤 · 5쪽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749040" y="396849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87%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754880" y="401421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85~88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45262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심사표 배점 일치 3건 모두 100% · 1건 11~15초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09360" y="2606040"/>
            <a:ext cx="5056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처음 보는 공고 2건 — 링크로 새로 가져와, 정답표를 측정 전에 커밋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309360" y="30175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과기정통부 국가과학자 공모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9418320" y="301752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94%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424160" y="3063240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92~97 · 심사표 100%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09360" y="349300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과기정통부 라이징스타 지정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418320" y="34930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424160" y="3538728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76~78 · 심사표 100%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09360" y="4069080"/>
            <a:ext cx="50566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라이징스타에서 놓친 9개 중 6개가 ※주석 속 조건(「증빙 시에만 인정」 등) → 일반 규칙 1줄 추가 후 89~95%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(검증 공고를 본 뒤의 수정이라 위 블라인드 숫자와 따로 표기)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22960" y="507492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525780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링크 입력 실측: 실제 공지 주소 13건 중 13건에서 공고문을 골라 읽음(HWP 첨부·스크립트 다운로드·공고문 2개 합치기 포함) · IRIS 상세 페이지는 미실측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정답표: 파이프라인(OpenAI)과 다른 회사 모델(Claude)이 원문을 읽어 작성 · 검증 정답표 커밋 430ea7d(21:37) 뒤에 측정 · 정밀도(추출 중 정답 비율) 45~84%는 다음 개선 대상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제거 실험 — 평가위원 여러 명이 정말 필요한가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명은 엉뚱한 곳도 짚고,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역할을 나누면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오탐이 사라졌습니다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10543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블록을 일부러 하나씩 지운 초안 5개(예선 심사표) — 지운 곳을 짚었나, 안 지운 곳을 잘못 짚었나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" y="3063240"/>
            <a:ext cx="3331464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3200400"/>
            <a:ext cx="2874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평가위원 1명(단일 LLM)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51560" y="3657600"/>
            <a:ext cx="28742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오탐 3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051560" y="4526280"/>
            <a:ext cx="2874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짚은 수 5/5 · 정확도 73%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28744" y="3063240"/>
            <a:ext cx="3331464" cy="2148840"/>
          </a:xfrm>
          <a:prstGeom prst="roundRect">
            <a:avLst>
              <a:gd name="adj" fmla="val 3404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57344" y="3200400"/>
            <a:ext cx="2874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6역할 · 한 회사 모델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57344" y="3657600"/>
            <a:ext cx="28742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오탐 0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657344" y="4526280"/>
            <a:ext cx="2874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짚은 수 5/5 · 정확도 100%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34528" y="3063240"/>
            <a:ext cx="3331464" cy="2148840"/>
          </a:xfrm>
          <a:prstGeom prst="roundRect">
            <a:avLst>
              <a:gd name="adj" fmla="val 3404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3128" y="3200400"/>
            <a:ext cx="2874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6역할 · 3사 모델(현재)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63128" y="3657600"/>
            <a:ext cx="28742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오탐 0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8263128" y="4526280"/>
            <a:ext cx="2874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짚은 수 4/5 · 정확도 100%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22960" y="548640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562356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6개가 오탐을 없앴습니다. 세 회사 모델을 섞는 효과는 이 표본(5개·각 1회)에서 확인되지 않았고 — 섞는 이유는 한도·장애에도 멈추지 않는 가용성과 국산 모델 선택지입니다.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 자신에게 먼저 — 이 대회 본선 심사표로 예선 기획서를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1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항목 근거는 다 있었는데 3명이 보류했고,</a:t>
            </a:r>
            <a:endParaRPr lang="en-US" sz="3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1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</a:t>
            </a:r>
            <a:pPr indent="0" marL="0">
              <a:lnSpc>
                <a:spcPct val="112000"/>
              </a:lnSpc>
              <a:buNone/>
            </a:pPr>
            <a:r>
              <a:rPr lang="en-US" sz="31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이유</a:t>
            </a:r>
            <a:pPr indent="0" marL="0">
              <a:lnSpc>
                <a:spcPct val="112000"/>
              </a:lnSpc>
              <a:buNone/>
            </a:pPr>
            <a:r>
              <a:rPr lang="en-US" sz="31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 오늘의 준비물이 됐습니다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보류한 평가위원의 결정 포인트(원문)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720840" y="2606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오늘 가져온 것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22960" y="3017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 전문형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31012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“정확도 목표(90% 재현율, 80% 정밀도)가 실제 구현 없이 목표치만 제시되어 구체성 부족”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0" y="3337560"/>
            <a:ext cx="228600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6720840" y="3127248"/>
            <a:ext cx="4645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목표치 대신 실측치 — 처음 보는 공고 재현율·제거 실험(8·9장)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3977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사업성·시장형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427024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“시장성은 있으나 실증·구매주체가 아직 약함”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0" y="4297680"/>
            <a:ext cx="228600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6720840" y="4087368"/>
            <a:ext cx="4645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첫 실증 대상 — 전문기관 접수 후 요건 사전검토(11장)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4937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행정·관리형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" y="523036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“AI 윤리·보안 대책은 있으나, 실제 구현 및 검증 계획이 해커톤 기간 내 2일만에 과도하게 압축되어 실현 가능성에 의문.”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0" y="5257800"/>
            <a:ext cx="228600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6720840" y="5047488"/>
            <a:ext cx="4645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 가능한 과정 — 커밋 20개·테스트 34개·측정 스크립트 공개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22960" y="598932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608076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선정 3 · 보류 3 — 항목 점수(근거 충족도)가 아니라 「마음속 등수」가 당락을 가른다는 멘토링을 그대로 구현한 결과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확장 — 같은 엔진, 세 개의 시점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 → 접수 후 → 심사 중,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엔진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이어집니다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606040"/>
            <a:ext cx="3331464" cy="2331720"/>
          </a:xfrm>
          <a:prstGeom prst="roundRect">
            <a:avLst>
              <a:gd name="adj" fmla="val 3137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74320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 · 연구자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51560" y="3090672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셀프 점검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51560" y="3611880"/>
            <a:ext cx="2874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고칠 곳·판단할 곳·심사위원의 마음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51560" y="452628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이 앱 — 구현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181856" y="3749040"/>
            <a:ext cx="219456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428744" y="2606040"/>
            <a:ext cx="333146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57344" y="274320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접수 후 · 전문기관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657344" y="3090672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 사전검토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657344" y="3611880"/>
            <a:ext cx="2874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요건 매트릭스로 형식 미비·필수 서류 누락을 먼저 걸러 담당자 검토 시간 단축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57344" y="452628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첫 실증 목표 — 계획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87640" y="3749040"/>
            <a:ext cx="219456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034528" y="2606040"/>
            <a:ext cx="333146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63128" y="274320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 중 · 평가위원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63128" y="3090672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위치 표시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263128" y="3611880"/>
            <a:ext cx="2874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지표마다 제안서의 근거 문장 위치를 옆에 띄워 심사 보조 — 판정은 사람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63128" y="452628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516636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데이터가 쌓이는 방향 —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심사 의견은 평가기관에 있습니다(멘토링). 전문기관과 연계하면 가상 평가위원을 실제 심사 의견 유형으로 보정합니다.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연결 —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도구로 NAIS 플랫폼·연구자 AI 비서에 그대로 꽂히고, 같은 엔진이 연차·성과보고서(지표 대비 실적)와 연구비 정산(증빙 대비 항목)으로 넓어집니다.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직접 해 보세요 — 공고 링크 하나, 초안 하나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1645920"/>
            <a:ext cx="1054303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심사위원 여섯 명이,</a:t>
            </a:r>
            <a:endParaRPr lang="en-US" sz="4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먼저</a:t>
            </a:r>
            <a:pPr indent="0" marL="0">
              <a:lnSpc>
                <a:spcPct val="112000"/>
              </a:lnSpc>
              <a:buNone/>
            </a:pPr>
            <a:r>
              <a:rPr lang="en-US" sz="4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읽어 드립니다.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822960" y="40690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커밋 20개 · 코드는 전부 본선 중 커밋(첫 코드 커밋 09/30 19:19, 그 전엔 문서뿐) · 테스트 34개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 → 테스트 → 구현 순서 · 측정 스크립트와 정답표 공개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49834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라이브가 끊기면 — 앱의 「② 우리 기획서 먼저 채점」 탭이 저장된 실행 기록으로 같은 결과를 보여 줍니다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58521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팀 루미아 · 김태걸 · 박세훈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269480" y="1828800"/>
            <a:ext cx="1874520" cy="27889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8" name="Image 0" descr="/Users/ryugi62/dev/rfp-to-fit/deliver/deck/build/img/qr-l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2084832"/>
            <a:ext cx="1371600" cy="13716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52360" y="363931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 앱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452360" y="400507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invisible-sail-shame-preliminary.trycloudflare.com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9372600" y="1828800"/>
            <a:ext cx="1874520" cy="27889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2" name="Image 1" descr="/Users/ryugi62/dev/rfp-to-fit/deliver/deck/build/img/qr-re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8632" y="2084832"/>
            <a:ext cx="1371600" cy="13716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9555480" y="363931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9555480" y="400507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github.com/Ryugi62/rfp-to-fit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팀 루미아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RFP-to-Fit — 팀 루미아</dc:title>
  <dc:subject>PptxGenJS Presentation</dc:subject>
  <dc:creator>PptxGenJS</dc:creator>
  <cp:lastModifiedBy>PptxGenJS</cp:lastModifiedBy>
  <cp:revision>1</cp:revision>
  <dcterms:created xsi:type="dcterms:W3CDTF">2026-09-30T13:11:26Z</dcterms:created>
  <dcterms:modified xsi:type="dcterms:W3CDTF">2026-09-30T13:11:26Z</dcterms:modified>
</cp:coreProperties>
</file>