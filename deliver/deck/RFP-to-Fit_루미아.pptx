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AI를 만들지 않았습니다. 공고가 요구하는데 내 초안에 근거가 없는 곳을, 제출 전에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어려운 점은 세 가지였습니다. 요건이 흩어져 있고, 심사위원마다 보는 게 다르고, AI가 검사한 걸 믿을 수 있느냐. 그래서 링크만 넣으면 공고문을 찾아 요건과 심사표를 쪽 번호와 함께 뽑고, 실제 심사 경험에서 나온 관점 여섯 개로 나눠 근거를 찾게 하고, 칭찬에도 원문 인용을 요구해 코드가 대조합니다. 오른쪽 숫자는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모든 관점이 근거를 못 찾은 곳, 의견이 갈린 곳, 관점마다 가장 걸리는 점이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관점별 근거 찾기는 세 회사 모델에 나눈 여섯 관점이 합니다. 규칙은 코드로 검사합니다. 인용이 초안에 글자 그대로 있는지, 몇 관점이 근거를 못 찾았는지로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구조의 핵심은 LLM을 판사로 쓰지 않는다는 겁니다. LLM은 증인처럼 증거, 즉 원문 인용만 냅니다. 인용이 원문에 있는지는 코드가 보고, 그 인용이 정말 근거가 되는지는 다른 회사 모델이 반대 심문합니다. 채택·집계·보류는 결정론 코드가 정합니다.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심사위원의 판단엔 정답이 없습니다. 그래서 저희는 심사 결과를 맞힌다고 주장하지 않습니다. 대신 신뢰를 네 가지로 정의했습니다. 모든 지적은 공고 원문과 초안 원문 두 끝에 묶여 바로 확인할 수 있고, 원문에 없는 인용은 코드가 걸러내고, 관점이 갈리면 판정하지 않고 사람에게 넘기고, 잴 수 있는 것만 숫자로 말합니다. 그리고 확인은 여러분이 직접 하실 수 있습니다. 지적마다 원문 보기를 누르면 공고 쪽과 초안 위치가 강조되고, 맞음·틀림을 누르면 사람이 확인한 정밀도가 쌓입니다.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잴 수 있는 것만 숫자로 말씀드립니다. 예시 공고에만 맞춘 게 아닌지 보려고, 개발에 안 쓴 과기정통부 공고 두 건을 링크로 가져와 정답표를 먼저 고정하고 쟀습니다. 94%와 77%, 심사표 배점은 다섯 건 모두 맞혔습니다. 그리고 관점을 여러 개로 나눌 필요가 있는지 제거 실험을 했습니다. 관점 하나는 안 지운 곳을 3곳 잘못 짚었고, 여섯으로 나누자 0이었습니다. 회사 모델을 섞는 효과는 확인되지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예선 때 약속한 것을 그대로 대조했습니다. 링크 입력, 구조화, 독립 채점, 보완 지정은 했습니다. 특허·과제 탐색은 논문만 했고, RAG는 원문 인용 대조로 바꿨고, 재현율 90%는 공고에 따라 못 미친 곳이 있습니다. 못 한 것도 지우지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본선 심사표로 저희 예선 기획서를 먼저 검사했습니다. 결과를 예측한 게 아니라, 세 관점에서 걸리는 점을 받았습니다. 목표치만 있고 실측이 없다, 구매 주체가 약하다, 검증 계획이 빠듯하다. 그래서 오늘 실측치와 첫 실증 대상과 검증 가능한 과정을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제출 전에 빈칸부터 짚어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짚어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맞히는 AI가 아니라 — 공고가 요구하는데 내 초안에 근거가 없는 곳을, 원문으로 짚어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경험에서 나온 관점 6개로 나눠 서로 모른 채 근거를 찾게 하고 → 모두 못 찾은 곳(고칠 곳)과 갈리는 곳(사람이 판단할 곳)을 나눕니다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15건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12건 원문 확인 · 3건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→ 원문으로 직접 확인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관점이 근거를 못 찾은 곳, 갈린 곳 + 「어떤 근거를 어느 절에」 — 「원문 보기」로 공고 쪽·초안 위치를 강조해 보고 ✓/✗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근거 찾기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판사가 아니라 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증인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 —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코드가 합니다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48256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56678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8118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48118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8118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81974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90395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1835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81835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81835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15691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824113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915553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15553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15553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57831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49271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49271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 1회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49271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83127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91549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2989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82989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 신문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2989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회사 모델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716845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825266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16706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16706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916706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0050562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158984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50424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250424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50424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49409" y="3406140"/>
            <a:ext cx="90134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39681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27617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27617" y="4297680"/>
            <a:ext cx="2667435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8095053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5519057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교차 신문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 신문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 인용을 다른 회사 모델이 반대 심문 — 무관·부정문·빈말이면 코드가 「부족」으로 내림(존재 ≠ 충족)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— 정답이 없는 영역이라, 기준을 먼저 세웠습니다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맞히는 것이 아니라,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있는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신뢰라고 정의했습니다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주장하지 않는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154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심사 결과·점수를 맞힌다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가상 관점 = 실제 심사위원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제안서를 대신 써 준다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51560" y="47548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심사위원의 판단은 주관적이고 정답이 없습니다 — 그래서 이것들은 주장하지 않습니다.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26517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6517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가능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67004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지적은 두 끝에 묶입니다 — 공고 원문(쪽·인용)과 초안 원문(인용). 사람이 원문을 바로 열어 확인합니다.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38328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747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4747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날조 없음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349300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원문에 없는 인용은 코드가 걸러 판정에서 뺍니다 — 이번 실행 90개 중 15건 적발 → 12건 원문 확인 · 3건 무효.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420624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42976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42976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모르면 넘김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31596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갈리면(20~80%) 판정하지 않고 「논쟁 지점」으로 사람에게, 근거 있는 판정이 절반 미만이면 「확인 불가」.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502920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51206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51206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잴 수 있는 것만 숫자로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513892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추출(정답표 대비)과 일부러 지운 근거 탐지(오탐)만 숫자로 말하고, 심사 예측 정확도는 말하지 않습니다.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6035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10819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검증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「원문 보기」(공고 쪽·초안 위치 강조)와 ✓/✗ → 사람이 확인한 정밀도가 화면에 쌓입니다. </a:t>
            </a:r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모드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초안은 국산 모델에만, 해외 검색 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— 잴 수 있는 것만 숫자로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와 제거 실험으로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요건 재현율(심사표 배점은 5건 모두 100%)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개발용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0" y="2971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0" y="29992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개발용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3558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739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개발용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37398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239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· 처음 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41239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20640" y="41513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507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· 처음 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0" y="4507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45354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「처음 봄」= 개발에 안 쓴 공고를 링크로 새로 가져와 정답표를 측정 전에 커밋(3회). 라이징스타에서 놓친 9개 중 6개가 ※주석 조건 → 규칙 1줄 후 89~95%(따로 표기)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60604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제거 실험 — 근거를 지운 초안 5개에서 오탐(안 지운 곳을 짚음)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20840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858000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14944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2104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52104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452104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909048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46208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46208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10046208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20840" y="49377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관점을 나누자 오탐이 0 — 세 회사 모델을 섞는 효과는 이 표본(5개·각 1회)에선 확인 안 됨(섞는 이유는 가용성)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8064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 13/13건(HWP·스크립트 다운로드·공고문 2개 합치기) · 처음 본 공고 추출 51개 원문 대조 감사: 지어낸 요건 0 · 신청 요건 맞음 44(86%) · 안내·사후 의무 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정답표·감사: 파이프라인(OpenAI)과 다른 회사 모델(Claude) — 사람 검수 아님 · 검증 정답표 커밋 430ea7d(21:37) 뒤 측정 · 감사 data/eval/audit-national-scientist.json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약속 → 본선 구현 — 포스터와 현실의 거리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때 약속한 것을,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대조했습니다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URL·PDF·HWPX 입력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583680" y="2606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23760" y="262432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+HWP, 실제 공지 13/13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6265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요건·평가지표 구조화(출처 쪽)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0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항목에 쪽·원문 인용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5584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9242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평가위원 독립 채점 → 합의/논쟁/확인 불가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0" y="339242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341071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6개(현장 멘토링 반영)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 — 문장은 쓰지 않음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3785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380390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종류·넣을 위치만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1422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탐색(논문·NTIS 과제·KIPRIS 특허, MCP)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83680" y="41788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4197096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논문만 — 축소 규칙 적용, NTIS·KIPRIS는 키 미확보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5354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720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RAG(bge-m3 + FAISS)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83680" y="4572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23760" y="459028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전체 + 인용 대조로 교체 — 판정 근거 추적이 더 직접적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92861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651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≥ 90%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83680" y="49651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23760" y="498348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85~93% · 처음 본 공고 77~94%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32180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5838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결핍 탐지 정밀도 ≥ 80%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58368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537667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0(100%) · 탐지 4/5, 표본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7150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5157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비저장 · 오픈소스(MIT)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0" y="5751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3760" y="576986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+개인정보 가림 · LICENSE 공개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 v2(9/5 제출)·아이디어 포스터(9/15 제출) 대비 — 못 한 것도 지우지 않았습니다 · 전체 표는 저장소 README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 우리를 먼저 검사하니,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관점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걸린 점이 오늘의 준비물이 됐습니다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관점이 쓴 「가장 걸리는 점」(원문)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“실행 계획은 구체적이나 성능 검증 근거가 아직 약하다”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“정확도 목표(90% 재현율, 80% 정밀도)가 구체적이지만, 실제 구현 및 검증 데이터가 제시되지 않아 실현 가능성 의문”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목표치 대신 실측치 — 처음 보는 공고 재현율·제거 실험(9장)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“실용성은 높지만 실증 수요처가 아직 약함”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사전검토(12장)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거의 다 있었지만 4개 관점이 전체 인상을 「보류」로 적었습니다 — 결과 예측이 아니라, 발표 전에 대비할 질문을 먼저 받은 것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곳·관점별로 걸리는 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07492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비전과의 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「가설부터 실험·분석까지 스스로 하는 AI 사이언티스트, 1인 1연구소」에서 빠진 순간이 과제 신청입니다 — 그 자리를 채우는 도구입니다.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35개 · 코드는 전부 본선 중 커밋(첫 코드 커밋 09/30 19:19, 그 전엔 문서뿐) · 테스트 37개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2026-09-30T15:20:47Z</dcterms:created>
  <dcterms:modified xsi:type="dcterms:W3CDTF">2026-09-30T15:20:47Z</dcterms:modified>
</cp:coreProperties>
</file>