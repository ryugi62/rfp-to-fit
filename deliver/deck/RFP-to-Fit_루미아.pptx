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AI가 아니라, 제출하기 전에 초안의 빈칸을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심사평을 받고서야 압니다. 공고 한 건에 지킬 것이 58개, 37쪽에 흩어져 있고, 심사위원마다 보는 곳이 다릅니다. 그런데 제출 전에 그 눈으로 봐 줄 사람은 없습니다. 저희도 올해 공고 400여 건에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그래서 세 가지를 풀었습니다. 링크 하나로 공고문을 찾아 요건과 심사표를 정리하고, 관점 여섯 개가 서로 모른 채 근거를 찾게 하고, 근거로 댄 문장이 초안에 정말 있는지 코드가 확인합니다. 숫자는 전부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연구자는 붙여넣기 두 번이면 됩니다. 공고 링크를 넣으면 공지에 붙은 첨부 중 공고문을 골라 읽고, 20초쯤 뒤 지켜야 할 요건 목록이 나옵니다. 요건을 고르면 공고 원문의 그 자리가 강조됩니다. 초안을 올리면 개인정보를 가린 뒤 보내고, 1분 안에 고칠 곳과 판단할 곳이 나옵니다. 지금 실제로 해 보겠습니다. 과기정통부 사업공고의 가장 최신 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역할은 이렇게 나눴습니다. 사람은 판단만 합니다. 어디에 낼지, 갈린 곳을 고칠지, 그리고 문장은 직접 씁니다. AI는 공고를 정리하고 관점별로 근거를 찾습니다. 코드는 확인합니다. 근거 문장이 초안에 정말 있는지, 몇 관점이 동의했는지, 개인정보를 가렸는지.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핵심은 AI를 판사로 쓰지 않는다는 겁니다. AI는 증인처럼 근거 문장만 냅니다. 그 문장이 초안에 정말 있는지, 몇 관점이 동의했는지는 코드가 판정합니다. 없는 문장을 댄 판정은 그 관점에게만 한 번 다시 묻습니다. 한 회사 모델이 막히면 다른 모델로 넘어가고, 실패는 숨기지 않고 화면에 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심사에는 정답이 없어서, 저희는 맞힌다고 말하지 않습니다. 대신 확인할 수 있게 했습니다. 모든 지적에 출처가 붙고, 초안에 없는 문장은 버리고, 관점이 갈리면 사람에게 넘기고, 잰 것만 숫자로 말합니다. 지적마다 원문 보기와 맞음·틀림 버튼이 있어서 여러분이 직접 확인하실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MCP로 감쌌습니다. 다른 AI 비서인 Codex에 붙여서 실제로 불러 봤고, 원문에 있는 인용은 참, 없는 인용은 거짓이 나왔습니다. 도구로 감싼 이유는 어젯밤 실험 도중에 OpenAlex가 멈췄을 때 뒤에서 Crossref로 자동으로 바뀌었기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예시에만 맞춘 게 아닌지 보려고, 개발에 안 쓴 과기정통부 공고 두 건을 링크로 가져와 정답표를 먼저 고정하고 쟀습니다. 94%와 78%였고 심사표 배점은 다섯 건 모두 맞혔습니다. 오른쪽은 관점을 나눈 효과입니다. 관점 하나는 안 지운 곳을 3곳 잘못 짚었고, 여섯으로 나누니 0이었습니다. 회사 모델을 섞는 효과는 이번엔 보이지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심사표로 저희 기획서부터 검사했습니다. 세 관점이 걸리는 점을 냈습니다. 차별성의 근거, 구매 주체, 구현 계획. 그래서 오늘은 구조의 차별점과 실험, 첫 실증 대상, 그리고 계획 대신 구현 결과를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점검이고, 첫 실증 목표는 전문기관의 접수 후 요건 검토, 그다음은 심사 보조입니다. 실제 심사 의견은 평가기관에 있으니, 연계하면 관점을 실제 유형에 맞출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제출 전에, 빈칸부터.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[0초] 부록 — 발표하지 않음. 공고 규정(사용 모델·라이브러리·데이터 출처 기재) 충족용.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찾아 드립니다.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링크와 초안을 넣으면, 공고가 요구하는데 초안에 근거가 없는 곳을 원문으로 보여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  |   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것이 많고, 흩어져 있습니다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건에 37쪽, 탈락·감점 요건 58개, 평가표 3종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보는 곳이 다릅니다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기술, 사업성, 예산과 인력, 사업 취지. 어제 멘토링에서 들은 실제 심사 방식입니다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봐 줄 사람이 없습니다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결국 같은 연구자의 눈입니다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이렇게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풀었습니다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하나로 공고문을 찾아 읽고, 요건과 심사표를 쪽 번호와 함께 정리합니다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97280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097280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공지 링크에서 공고문 찾기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28744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관점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3064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6개가 서로 모른 채 근거를 찾고, 모두 못 찾은 곳만 고칠 곳으로 올립니다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03064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→ 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4703064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 대비 잘못 짚은 곳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34528" y="2651760"/>
            <a:ext cx="3331464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834640"/>
            <a:ext cx="2782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믿을 수 있나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08848" y="3246120"/>
            <a:ext cx="2782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근거로 댄 문장이 초안에 정말 있는지 코드가 확인하고, 없으면 다시 묻습니다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08848" y="4434840"/>
            <a:ext cx="2782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9건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08848" y="52120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없는 인용 적발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이면 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공지 주소만 넣으면 첨부 중 공고문을 골라 읽습니다. PDF, HWPX, HWP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저장하지 않고, 개인정보는 가린 뒤 보냅니다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원문으로 확인하기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공고와 초안의 해당 문장을 띄워 맞음, 틀림을 누릅니다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47668" y="502920"/>
            <a:ext cx="4218324" cy="2302756"/>
          </a:xfrm>
          <a:prstGeom prst="roundRect">
            <a:avLst>
              <a:gd name="adj" fmla="val 317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2532" y="557784"/>
            <a:ext cx="4108596" cy="2193028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147668" y="2842252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링크를 넣은 화면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47668" y="3281164"/>
            <a:ext cx="4218324" cy="258014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7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532" y="3336028"/>
            <a:ext cx="4108596" cy="247041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147668" y="5897880"/>
            <a:ext cx="42183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보기: 공고 근거와 초안 인용(노란 강조)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화면  ·  처음 보는 19쪽 공고 기준 공고 읽기 20초, 채점 25초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판단하고, AI는 찾고,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는 확인합니다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68680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공고와 초안 고르기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어디에 무엇을 낼지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갈린 곳을 고칠지 결정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 전략은 본인이 압니다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문장은 직접 쓰기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위치와 근거 종류만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13504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4672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59224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정리, 점검 질문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59224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59224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판정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59224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Solar solar-pro3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59224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찾기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59224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학술 DB 검색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04048" y="2560320"/>
            <a:ext cx="3361944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205216" y="2651760"/>
            <a:ext cx="2996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9768" y="329184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9768" y="367588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문장이 초안에 글자 그대로 있는지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9768" y="425196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9768" y="463600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몇 관점이 근거를 못 찾았는지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49768" y="5212080"/>
            <a:ext cx="3270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개인정보 가림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049768" y="559612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주민번호, 전화, 이메일, 생년월일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증거만 내고,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 합니다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1440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18541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5610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4754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44754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18560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9248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80688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80688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251704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422392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5513832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확인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513832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784848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55536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46976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묻기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046976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인용만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317992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8488680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8580120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집계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580120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851136" y="3406140"/>
            <a:ext cx="15240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21824" y="2926080"/>
            <a:ext cx="1344168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113264" y="3108960"/>
            <a:ext cx="11612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10113264" y="3474720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2296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실패해도 숨기지 않습니다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297680" y="4453128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호출이 실패하면 다시 시도하고, 그래도 안 되면 응답 수를 화면에 띄웁니다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22960" y="4892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50017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회사가 막혀도 돕니다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297680" y="5020056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모델마다 대체 모델이 있어 한도나 장애 때 자동으로 넘어갑니다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22960" y="545896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2960" y="55686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조각 검색 대신 원문 전체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4297680" y="5586984"/>
            <a:ext cx="7068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문서를 잘라 찾지 않고 통째로 넣은 뒤, 인용으로 맞춰 봅니다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맞힌다고 하지 않고,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83280" cy="3017520"/>
          </a:xfrm>
          <a:prstGeom prst="roundRect">
            <a:avLst>
              <a:gd name="adj" fmla="val 24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하지 않는 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2004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맞힙니다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심사위원과 같습니다</a:t>
            </a:r>
            <a:endParaRPr lang="en-US" sz="17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700" b="1" strike="sngStrike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제안서를 대신 씁니다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4983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심사는 사람의 판단이라 정답이 없습니다.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0" y="2697480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출처가 붙습니다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63440" y="3044952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지적에 공고의 쪽과 초안의 문장이 함께 나옵니다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63440" y="3447288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문장은 버립니다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37947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 없는 인용은 판정에서 뺍니다. 이번 실행 9건 적발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663440" y="4197096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갈리면 사람에게 넘깁니다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4544568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엇갈리면 판정하지 않고 「판단할 곳」으로 보냅니다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663440" y="4946904"/>
            <a:ext cx="6702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잰 것만 숫자로 말합니다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63440" y="5294376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찾기와 오탐만 숫자로 말하고, 합격 예측은 말하지 않습니다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8978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601675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 확인도 됩니다. 지적마다 원문 보기와 맞음·틀림 버튼이 있고, 보안 모드를 켜면 초안은 국산 모델에만 갑니다.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검사 도구를,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학술 DB에서 선행연구를 찾습니다. OpenAlex가 막히면 Crossref로 넘어갑니다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참, 거짓으로 답합니다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도구로 감쌌나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어젯밤 실험 도중 OpenAlex가 멈췄을 때, 도구 뒤에서 자동으로 바뀌었습니다. 국내 DB도 같은 자리에 꽂으면 됩니다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291840"/>
          </a:xfrm>
          <a:prstGeom prst="roundRect">
            <a:avLst>
              <a:gd name="adj" fmla="val 222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2788920"/>
            <a:ext cx="3913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Codex에 붙여서 실제로 호출해 봤습니다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78040" y="3200400"/>
            <a:ext cx="3913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check_quote(재현율 90% 이상)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참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check_quote(정밀도 95% 달성)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거짓(원문에 없음)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search_prior_art(grant proposal review)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논문 3편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공고로도,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직접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요건을 놓치지 않은 비율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394960" y="297180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39242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31920" y="341985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33924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8130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3192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개발에 쓴 공고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394960" y="38130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" y="42336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31920" y="42611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94960" y="42336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6542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46817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94960" y="46542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배점은 다섯 건 모두 정확히 뽑았습니다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675120" y="26060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근거를 일부러 지운 초안 5개, 잘못 짚은 곳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75120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2280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6812280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284464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21624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421624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29" name="Text 27"/>
          <p:cNvSpPr/>
          <p:nvPr/>
        </p:nvSpPr>
        <p:spPr>
          <a:xfrm>
            <a:off x="8421624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893808" y="2971800"/>
            <a:ext cx="1472184" cy="1828800"/>
          </a:xfrm>
          <a:prstGeom prst="roundRect">
            <a:avLst>
              <a:gd name="adj" fmla="val 4969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30968" y="310896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6개·3사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0030968" y="347472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200" dirty="0"/>
          </a:p>
        </p:txBody>
      </p:sp>
      <p:sp>
        <p:nvSpPr>
          <p:cNvPr id="33" name="Text 31"/>
          <p:cNvSpPr/>
          <p:nvPr/>
        </p:nvSpPr>
        <p:spPr>
          <a:xfrm>
            <a:off x="10030968" y="4343400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곳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120640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회사 모델을 섞는 효과는 이번 표본에선 보이지 않았습니다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62356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607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공고에서 뽑은 요건 51개를 원문과 대조해 보니, 지어낸 요건은 0개였습니다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정답표와 대조 감사는 파이프라인과 다른 회사 모델(Claude)이 작성, 사람 검수는 아님  ·  data/eval, data/holdout 공개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먼저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기획서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검사했습니다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관점별로 가장 걸린 점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혁신성 차별성 구체성 부족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09360" y="34747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3101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구조의 차별점과 관점 수 실험을 준비했습니다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38221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931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2245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시장수요는 보이나 실증·구매주체가 약함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43891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720840" y="42245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대상을 전문기관 사전검토로 정했습니다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73659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846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513892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해커톤 기간 내 구현 계획의 구체성 부족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309360" y="530352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720840" y="5138928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대신 구현 결과와 커밋 기록을 가져왔습니다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58978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결과를 맞히려던 게 아니라, 발표 전에 받을 질문을 먼저 받아 본 것입니다.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전에서 심사까지,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으로 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97280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원문과 함께 봅니다. 지금 이 앱으로 됩니다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81856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28744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3064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3064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미비와 서류 누락을 먼저 거릅니다. 첫 실증 목표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87640" y="370332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034528" y="2606040"/>
            <a:ext cx="333146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08848" y="2788920"/>
            <a:ext cx="278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8848" y="3154680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08848" y="3749040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문장을 옆에 띄웁니다. 판정은 사람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44485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463040" y="5486400"/>
            <a:ext cx="44485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기관과 연계하면 관점을 실제 심사 의견 유형으로 맞출 수 있습니다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4476" y="50932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734556" y="5074920"/>
            <a:ext cx="4631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플랫폼에 도구로 꽂힙니다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734556" y="5486400"/>
            <a:ext cx="4631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사이언티스트가 과제 신청까지 하는 날, 그 마지막 점검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하나면 됩니다.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44개, 테스트 98개, 첫 코드 커밋 09/30 19:19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7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1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부록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모델, 라이브러리,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 출처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017520" y="260604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gpt-4.1(공고 정리·점검 질문·보완), gpt-5.4-mini·gpt-4.1-mini(관점 판정·대체) · Google Gemini(관점 판정) · Upstage Solar pro3(관점 판정·대체·보안 모드)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31638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20954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에이전트·도구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017520" y="3209544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1.2(상태 그래프) · MCP Python SDK 2.2(도구 서버) · Streamlit 1.64(화면)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376732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813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문서 처리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17520" y="3813048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pdfplumber 0.11(PDF) · olefile 0.47(HWP) · HWPX 직접 파싱(zipfile) · httpx 0.28(링크 수집)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43708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16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017520" y="4416552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OpenAlex·Crossref 공개 학술 API · 공개 R&amp;D 공고 5건(NST NAIS, 우주항공청 2026-0024, 산업통상부 2026-64, 과기정통부 2026-0940·0945)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97433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02005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017520" y="5020056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Claude(Anthropic)가 원문을 읽어 작성, 파이프라인 모델과 독립 · 사람 검수 아님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6235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코딩 보조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017520" y="5623560"/>
            <a:ext cx="8348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Code(Anthropic) · Codex(OpenAI)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표와 라이선스는 저장소 README  ·  github.com/Ryugi62/rfp-to-fit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2026-09-30T16:40:08Z</dcterms:created>
  <dcterms:modified xsi:type="dcterms:W3CDTF">2026-09-30T16:40:08Z</dcterms:modified>
</cp:coreProperties>
</file>